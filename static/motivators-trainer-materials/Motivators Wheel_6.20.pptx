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39CA-0801-4144-87D9-A75B839FD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BDE4E-C8C9-49A1-8327-E4A997640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A8F24-90A7-416B-8650-E50D6CAF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2535B-F152-4B71-8F8B-89F6D157DF24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C7FD8-0889-4019-AC3E-4B9FA20D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3238A-4D35-44F3-9A85-3378D2106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3C61-6119-470C-876E-1D3B4CF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5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D3DC6-D71D-4715-812F-44BF844AE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3600-C0C0-4261-883D-2C5553405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89023-3D69-4684-B78F-27860CBE6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2535B-F152-4B71-8F8B-89F6D157DF24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232B8-291A-4C08-A1F3-277DCE7E1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B9B38-5016-4683-8488-ADF25044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3C61-6119-470C-876E-1D3B4CF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91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1F47C-B3BC-4854-9137-B77FA2ADA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597FC-2ADC-4161-814B-FDE07E79F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617BB-99C9-4D0D-9691-C5B45B731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2535B-F152-4B71-8F8B-89F6D157DF24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B3CB2-B13B-4B1B-8A2A-3E07C5EEB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EDC6A-5BF3-4E8B-978A-0196F89A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3C61-6119-470C-876E-1D3B4CF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5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8EC74-0E0F-4530-A99A-5588F4421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EB5A7-0D13-4D4B-AFBB-DC68EA8165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3A737-8326-4415-BD44-7265D463D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56139-8030-4CD4-8B6B-99BC0E61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2535B-F152-4B71-8F8B-89F6D157DF24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021AA-A571-4006-BFF5-6DCE084D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FE551-2528-430B-BC4F-70313E61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3C61-6119-470C-876E-1D3B4CF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2720-B36F-4F5D-B072-74CA321E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DEA20-F35F-4B42-988F-CCC11A44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0EB1E-18A2-4EE1-862B-D83DE66E6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38A7A4-7CA8-4DD8-B319-D719B6901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B0805-A6C3-4A2F-986F-E97FF3D46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19091-7C13-4C3A-9C8C-4E7165F8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2535B-F152-4B71-8F8B-89F6D157DF24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7EF78-1347-45D0-B54F-33CDC19FE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43D01-1D65-48FB-9F33-A77EC75BF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3C61-6119-470C-876E-1D3B4CF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97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8A76-C944-4ABD-9696-0700440A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818CF-E0AC-4B0B-B00F-19CE35E2C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2535B-F152-4B71-8F8B-89F6D157DF24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7E5228-CAAB-45FD-8342-15F55B6B4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993FD-1FF3-425D-899D-68BE81C3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3C61-6119-470C-876E-1D3B4CF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90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700CAF-E05A-4E7A-A1E2-58E363744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2535B-F152-4B71-8F8B-89F6D157DF24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98084E-63E3-4FE3-9E80-E9AEFD3E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C9DD2-CEAE-4567-939F-D0A11BA55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3C61-6119-470C-876E-1D3B4CF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0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5A5A-EBA0-41C4-BA60-6ACADCE9D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05E43-5F9B-4F3C-B5F9-8CF806A4A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D13D8-15B5-45D3-A776-EA3F6394E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D20CF-46C1-422D-88F1-370D0BD3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2535B-F152-4B71-8F8B-89F6D157DF24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31C7E-8C5A-4B28-8453-F0114541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FA85B-F02B-4679-945C-35F0C458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3C61-6119-470C-876E-1D3B4CF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36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F0331-57DE-4A74-8FB1-D24A7B03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025D83-CAFE-4083-B5C6-0F0F30C42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C7F21-0D3F-4DEF-8527-A4C6EC1E1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C8EBD-4C34-4F59-B000-A92B5F020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2535B-F152-4B71-8F8B-89F6D157DF24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47ADF-454D-4066-9E4E-1152E9FD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C533D-E8BD-4711-B85D-4378D6989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3C61-6119-470C-876E-1D3B4CF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12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D629-AD22-4EDD-80D0-EAA14B388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FAAEAA-70F9-4513-AB7B-C594DD955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2C97F-3B3B-4560-8506-1EFC603D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2535B-F152-4B71-8F8B-89F6D157DF24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403E-7002-4313-B0CE-8017D0EDE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8B00F-82E7-4625-8758-E2DBAC084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3C61-6119-470C-876E-1D3B4CF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AE86DF-2B9E-4D94-B74A-1F436BC9D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A9317A-1C30-49C7-9C36-0B56689AE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9B858-8B43-4557-9197-7D0ED733D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2535B-F152-4B71-8F8B-89F6D157DF24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7B03A-CAE3-4660-A9D4-72F76FBC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A0557-216A-4B43-A014-62B5C096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3C61-6119-470C-876E-1D3B4CF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5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B4FDD1-6A21-4841-859A-D4AAB2046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C8D83-A983-456E-B897-449C984C0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BFFE7-633D-48B5-9C92-E1B6055BB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2535B-F152-4B71-8F8B-89F6D157DF24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247DA-DCC2-443A-BC60-7C9CD6DB6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60CCA-6C40-4EE1-84B9-ADB8FCC60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53C61-6119-470C-876E-1D3B4CF6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2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3A041-8E25-4988-B5AB-E2B4BFE2D6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Motivators Wheel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DBD6F-7D88-4A0E-8F1B-6FB0CE58D1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19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8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5AB0F8-ED03-477F-B564-1CC2669F8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0467" y="643467"/>
            <a:ext cx="55710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13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Motivators Wheel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Motivators Wheel</dc:title>
  <dc:creator>Jennifer Voitlein</dc:creator>
  <cp:lastModifiedBy>Sage Kreiter</cp:lastModifiedBy>
  <cp:revision>4</cp:revision>
  <dcterms:created xsi:type="dcterms:W3CDTF">2018-04-23T21:47:15Z</dcterms:created>
  <dcterms:modified xsi:type="dcterms:W3CDTF">2020-06-15T20:56:06Z</dcterms:modified>
</cp:coreProperties>
</file>