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5A181-EDBF-4FD4-A38E-C9A66A7B528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8A43E-22A5-49FD-83FA-3ABEE5573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4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259B4A-E2D8-453E-88AC-75E78F7ADE95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3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6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8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3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5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2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4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1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7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6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1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4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BC104-5357-4C03-93A8-CAA5D3A2EB08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2D1F2-A2E6-4407-8D06-65D7435E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3886200" y="3441441"/>
            <a:ext cx="43434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096000" y="1752600"/>
            <a:ext cx="0" cy="32764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255" y="982191"/>
            <a:ext cx="496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272" y="3267299"/>
            <a:ext cx="573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8565" y="3262345"/>
            <a:ext cx="472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9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551" y="1008472"/>
            <a:ext cx="4556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68331" y="-42822"/>
            <a:ext cx="54553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DISC and EIQ-2</a:t>
            </a:r>
          </a:p>
        </p:txBody>
      </p:sp>
      <p:pic>
        <p:nvPicPr>
          <p:cNvPr id="16" name="Picture 15" descr="http://2.bp.blogspot.com/-a-gmvtQO6Ds/VApuo-qfC3I/AAAAAAAAAbU/kFvbGY6qSiY/s1600/gretel-ella-smith-emotional-intelligence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24" t="17647" r="41185" b="62353"/>
          <a:stretch/>
        </p:blipFill>
        <p:spPr bwMode="auto">
          <a:xfrm>
            <a:off x="6817386" y="967233"/>
            <a:ext cx="1342560" cy="1308125"/>
          </a:xfrm>
          <a:prstGeom prst="rect">
            <a:avLst/>
          </a:prstGeom>
          <a:noFill/>
          <a:extLst/>
        </p:spPr>
      </p:pic>
      <p:sp>
        <p:nvSpPr>
          <p:cNvPr id="17" name="TextBox 16"/>
          <p:cNvSpPr txBox="1"/>
          <p:nvPr/>
        </p:nvSpPr>
        <p:spPr>
          <a:xfrm>
            <a:off x="8210461" y="1042868"/>
            <a:ext cx="496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898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7572" y="3329479"/>
            <a:ext cx="573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6334" y="3329478"/>
            <a:ext cx="472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9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0188" y="1042869"/>
            <a:ext cx="4556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pic>
        <p:nvPicPr>
          <p:cNvPr id="29" name="Picture 28" descr="http://2.bp.blogspot.com/-a-gmvtQO6Ds/VApuo-qfC3I/AAAAAAAAAbU/kFvbGY6qSiY/s1600/gretel-ella-smith-emotional-intelligence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1" t="38100" r="43573" b="42537"/>
          <a:stretch/>
        </p:blipFill>
        <p:spPr bwMode="auto">
          <a:xfrm>
            <a:off x="6917166" y="3504555"/>
            <a:ext cx="1143000" cy="1219200"/>
          </a:xfrm>
          <a:prstGeom prst="rect">
            <a:avLst/>
          </a:prstGeom>
          <a:noFill/>
          <a:extLst/>
        </p:spPr>
      </p:pic>
      <p:pic>
        <p:nvPicPr>
          <p:cNvPr id="30" name="Picture 29" descr="http://2.bp.blogspot.com/-a-gmvtQO6Ds/VApuo-qfC3I/AAAAAAAAAbU/kFvbGY6qSiY/s1600/gretel-ella-smith-emotional-intelligence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9" t="58846" r="44682" b="21445"/>
          <a:stretch/>
        </p:blipFill>
        <p:spPr bwMode="auto">
          <a:xfrm>
            <a:off x="3918125" y="3474736"/>
            <a:ext cx="1045029" cy="1240971"/>
          </a:xfrm>
          <a:prstGeom prst="rect">
            <a:avLst/>
          </a:prstGeom>
          <a:noFill/>
          <a:extLst/>
        </p:spPr>
      </p:pic>
      <p:pic>
        <p:nvPicPr>
          <p:cNvPr id="31" name="Picture 30" descr="http://2.bp.blogspot.com/-a-gmvtQO6Ds/VApuo-qfC3I/AAAAAAAAAbU/kFvbGY6qSiY/s1600/gretel-ella-smith-emotional-intelligence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1" t="79623" r="44682"/>
          <a:stretch/>
        </p:blipFill>
        <p:spPr bwMode="auto">
          <a:xfrm>
            <a:off x="3886200" y="1106576"/>
            <a:ext cx="1066800" cy="1283086"/>
          </a:xfrm>
          <a:prstGeom prst="rect">
            <a:avLst/>
          </a:prstGeom>
          <a:noFill/>
          <a:extLst/>
        </p:spPr>
      </p:pic>
      <p:sp>
        <p:nvSpPr>
          <p:cNvPr id="4" name="TextBox 3"/>
          <p:cNvSpPr txBox="1"/>
          <p:nvPr/>
        </p:nvSpPr>
        <p:spPr>
          <a:xfrm>
            <a:off x="79097" y="6052813"/>
            <a:ext cx="4873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Minus Sign = </a:t>
            </a:r>
            <a:r>
              <a:rPr lang="en-US" sz="2200" b="1" i="1" dirty="0">
                <a:solidFill>
                  <a:srgbClr val="7030A0"/>
                </a:solidFill>
              </a:rPr>
              <a:t>Low</a:t>
            </a:r>
            <a:r>
              <a:rPr lang="en-US" sz="2200" i="1" dirty="0"/>
              <a:t> Emotional Intelligence</a:t>
            </a:r>
          </a:p>
          <a:p>
            <a:r>
              <a:rPr lang="en-US" sz="2200" i="1" dirty="0"/>
              <a:t>Plus Sign = </a:t>
            </a:r>
            <a:r>
              <a:rPr lang="en-US" sz="2200" b="1" i="1" dirty="0">
                <a:solidFill>
                  <a:srgbClr val="7030A0"/>
                </a:solidFill>
              </a:rPr>
              <a:t>High</a:t>
            </a:r>
            <a:r>
              <a:rPr lang="en-US" sz="2200" i="1" dirty="0"/>
              <a:t> Emotional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6921" y="2181613"/>
            <a:ext cx="1265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Aggressive</a:t>
            </a:r>
          </a:p>
          <a:p>
            <a:r>
              <a:rPr lang="en-US" dirty="0"/>
              <a:t>Demanding</a:t>
            </a:r>
          </a:p>
          <a:p>
            <a:r>
              <a:rPr lang="en-US" dirty="0"/>
              <a:t>Egotistical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51529" y="2184183"/>
            <a:ext cx="11400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Assertive</a:t>
            </a:r>
          </a:p>
          <a:p>
            <a:r>
              <a:rPr lang="en-US" dirty="0"/>
              <a:t>Ambitious</a:t>
            </a:r>
          </a:p>
          <a:p>
            <a:r>
              <a:rPr lang="en-US" dirty="0"/>
              <a:t>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5348" y="4660043"/>
            <a:ext cx="14205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Selfish</a:t>
            </a:r>
          </a:p>
          <a:p>
            <a:r>
              <a:rPr lang="en-US" dirty="0"/>
              <a:t>Poor Listener</a:t>
            </a:r>
          </a:p>
          <a:p>
            <a:r>
              <a:rPr lang="en-US" dirty="0"/>
              <a:t>Impulsive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1124" y="4666473"/>
            <a:ext cx="13052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Charming</a:t>
            </a:r>
          </a:p>
          <a:p>
            <a:r>
              <a:rPr lang="en-US" dirty="0"/>
              <a:t>Enthusiastic</a:t>
            </a:r>
          </a:p>
          <a:p>
            <a:r>
              <a:rPr lang="en-US" dirty="0"/>
              <a:t>Sociable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7160" y="4668618"/>
            <a:ext cx="105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Passive</a:t>
            </a:r>
          </a:p>
          <a:p>
            <a:r>
              <a:rPr lang="en-US" dirty="0"/>
              <a:t>Slow</a:t>
            </a:r>
          </a:p>
          <a:p>
            <a:r>
              <a:rPr lang="en-US" dirty="0"/>
              <a:t>Stubborn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29" y="4654843"/>
            <a:ext cx="1168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Patient</a:t>
            </a:r>
          </a:p>
          <a:p>
            <a:r>
              <a:rPr lang="en-US" dirty="0"/>
              <a:t>Stable</a:t>
            </a:r>
          </a:p>
          <a:p>
            <a:r>
              <a:rPr lang="en-US" dirty="0"/>
              <a:t>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27" y="2191649"/>
            <a:ext cx="830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Critical</a:t>
            </a:r>
          </a:p>
          <a:p>
            <a:r>
              <a:rPr lang="en-US" dirty="0"/>
              <a:t>Picky</a:t>
            </a:r>
          </a:p>
          <a:p>
            <a:r>
              <a:rPr lang="en-US" dirty="0"/>
              <a:t>Fussy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458" y="2203960"/>
            <a:ext cx="9693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Careful</a:t>
            </a:r>
          </a:p>
          <a:p>
            <a:r>
              <a:rPr lang="en-US" dirty="0"/>
              <a:t>Detailed</a:t>
            </a:r>
          </a:p>
          <a:p>
            <a:r>
              <a:rPr lang="en-US" dirty="0"/>
              <a:t>Neat</a:t>
            </a:r>
          </a:p>
        </p:txBody>
      </p:sp>
    </p:spTree>
    <p:extLst>
      <p:ext uri="{BB962C8B-B14F-4D97-AF65-F5344CB8AC3E}">
        <p14:creationId xmlns:p14="http://schemas.microsoft.com/office/powerpoint/2010/main" val="270784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10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Bruno</dc:creator>
  <cp:lastModifiedBy>Jen Voitlein</cp:lastModifiedBy>
  <cp:revision>2</cp:revision>
  <dcterms:created xsi:type="dcterms:W3CDTF">2017-11-15T23:04:22Z</dcterms:created>
  <dcterms:modified xsi:type="dcterms:W3CDTF">2017-11-16T16:57:23Z</dcterms:modified>
</cp:coreProperties>
</file>