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Override PartName="/ppt/media/image10.jpeg" ContentType="image/jpeg"/>
  <Override PartName="/ppt/media/image11.jpeg" ContentType="image/jpeg"/>
  <Override PartName="/ppt/media/image12.jpeg" ContentType="image/jpeg"/>
  <Override PartName="/ppt/media/image13.jpeg" ContentType="image/jpeg"/>
  <Override PartName="/ppt/media/image14.jpeg" ContentType="image/jpeg"/>
  <Override PartName="/ppt/media/image15.jpeg" ContentType="image/jpeg"/>
  <Override PartName="/ppt/media/image16.jpeg" ContentType="image/jpeg"/>
</Types>
</file>

<file path=_rels/.rels><?xml version="1.0" encoding="UTF-8" standalone="yes"?><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914400" rtl="0" fontAlgn="auto" latinLnBrk="0" hangingPunct="0">
      <a:lnSpc>
        <a:spcPct val="100000"/>
      </a:lnSpc>
      <a:spcBef>
        <a:spcPts val="0"/>
      </a:spcBef>
      <a:spcAft>
        <a:spcPts val="0"/>
      </a:spcAft>
      <a:buClrTx/>
      <a:buSzTx/>
      <a:buFontTx/>
      <a:buNone/>
      <a:tabLst/>
      <a:defRPr b="1" baseline="0" cap="none" i="0" spc="0" strike="noStrike" sz="1400" u="none" kumimoji="0" normalizeH="0">
        <a:ln>
          <a:noFill/>
        </a:ln>
        <a:solidFill>
          <a:srgbClr val="000000"/>
        </a:solidFill>
        <a:effectLst/>
        <a:uFillTx/>
        <a:latin typeface="Emotional Arial Rounded MT Bold"/>
        <a:ea typeface="Emotional Arial Rounded MT Bold"/>
        <a:cs typeface="Emotional Arial Rounded MT Bold"/>
        <a:sym typeface="Emotional Arial Rounded MT Bold"/>
      </a:defRPr>
    </a:lvl1pPr>
    <a:lvl2pPr marL="0" marR="0" indent="457200" algn="ctr" defTabSz="914400" rtl="0" fontAlgn="auto" latinLnBrk="0" hangingPunct="0">
      <a:lnSpc>
        <a:spcPct val="100000"/>
      </a:lnSpc>
      <a:spcBef>
        <a:spcPts val="0"/>
      </a:spcBef>
      <a:spcAft>
        <a:spcPts val="0"/>
      </a:spcAft>
      <a:buClrTx/>
      <a:buSzTx/>
      <a:buFontTx/>
      <a:buNone/>
      <a:tabLst/>
      <a:defRPr b="1" baseline="0" cap="none" i="0" spc="0" strike="noStrike" sz="1400" u="none" kumimoji="0" normalizeH="0">
        <a:ln>
          <a:noFill/>
        </a:ln>
        <a:solidFill>
          <a:srgbClr val="000000"/>
        </a:solidFill>
        <a:effectLst/>
        <a:uFillTx/>
        <a:latin typeface="Emotional Arial Rounded MT Bold"/>
        <a:ea typeface="Emotional Arial Rounded MT Bold"/>
        <a:cs typeface="Emotional Arial Rounded MT Bold"/>
        <a:sym typeface="Emotional Arial Rounded MT Bold"/>
      </a:defRPr>
    </a:lvl2pPr>
    <a:lvl3pPr marL="0" marR="0" indent="914400" algn="ctr" defTabSz="914400" rtl="0" fontAlgn="auto" latinLnBrk="0" hangingPunct="0">
      <a:lnSpc>
        <a:spcPct val="100000"/>
      </a:lnSpc>
      <a:spcBef>
        <a:spcPts val="0"/>
      </a:spcBef>
      <a:spcAft>
        <a:spcPts val="0"/>
      </a:spcAft>
      <a:buClrTx/>
      <a:buSzTx/>
      <a:buFontTx/>
      <a:buNone/>
      <a:tabLst/>
      <a:defRPr b="1" baseline="0" cap="none" i="0" spc="0" strike="noStrike" sz="1400" u="none" kumimoji="0" normalizeH="0">
        <a:ln>
          <a:noFill/>
        </a:ln>
        <a:solidFill>
          <a:srgbClr val="000000"/>
        </a:solidFill>
        <a:effectLst/>
        <a:uFillTx/>
        <a:latin typeface="Emotional Arial Rounded MT Bold"/>
        <a:ea typeface="Emotional Arial Rounded MT Bold"/>
        <a:cs typeface="Emotional Arial Rounded MT Bold"/>
        <a:sym typeface="Emotional Arial Rounded MT Bold"/>
      </a:defRPr>
    </a:lvl3pPr>
    <a:lvl4pPr marL="0" marR="0" indent="1371600" algn="ctr" defTabSz="914400" rtl="0" fontAlgn="auto" latinLnBrk="0" hangingPunct="0">
      <a:lnSpc>
        <a:spcPct val="100000"/>
      </a:lnSpc>
      <a:spcBef>
        <a:spcPts val="0"/>
      </a:spcBef>
      <a:spcAft>
        <a:spcPts val="0"/>
      </a:spcAft>
      <a:buClrTx/>
      <a:buSzTx/>
      <a:buFontTx/>
      <a:buNone/>
      <a:tabLst/>
      <a:defRPr b="1" baseline="0" cap="none" i="0" spc="0" strike="noStrike" sz="1400" u="none" kumimoji="0" normalizeH="0">
        <a:ln>
          <a:noFill/>
        </a:ln>
        <a:solidFill>
          <a:srgbClr val="000000"/>
        </a:solidFill>
        <a:effectLst/>
        <a:uFillTx/>
        <a:latin typeface="Emotional Arial Rounded MT Bold"/>
        <a:ea typeface="Emotional Arial Rounded MT Bold"/>
        <a:cs typeface="Emotional Arial Rounded MT Bold"/>
        <a:sym typeface="Emotional Arial Rounded MT Bold"/>
      </a:defRPr>
    </a:lvl4pPr>
    <a:lvl5pPr marL="0" marR="0" indent="1828800" algn="ctr" defTabSz="914400" rtl="0" fontAlgn="auto" latinLnBrk="0" hangingPunct="0">
      <a:lnSpc>
        <a:spcPct val="100000"/>
      </a:lnSpc>
      <a:spcBef>
        <a:spcPts val="0"/>
      </a:spcBef>
      <a:spcAft>
        <a:spcPts val="0"/>
      </a:spcAft>
      <a:buClrTx/>
      <a:buSzTx/>
      <a:buFontTx/>
      <a:buNone/>
      <a:tabLst/>
      <a:defRPr b="1" baseline="0" cap="none" i="0" spc="0" strike="noStrike" sz="1400" u="none" kumimoji="0" normalizeH="0">
        <a:ln>
          <a:noFill/>
        </a:ln>
        <a:solidFill>
          <a:srgbClr val="000000"/>
        </a:solidFill>
        <a:effectLst/>
        <a:uFillTx/>
        <a:latin typeface="Emotional Arial Rounded MT Bold"/>
        <a:ea typeface="Emotional Arial Rounded MT Bold"/>
        <a:cs typeface="Emotional Arial Rounded MT Bold"/>
        <a:sym typeface="Emotional Arial Rounded MT Bold"/>
      </a:defRPr>
    </a:lvl5pPr>
    <a:lvl6pPr marL="0" marR="0" indent="2286000" algn="ctr" defTabSz="914400" rtl="0" fontAlgn="auto" latinLnBrk="0" hangingPunct="0">
      <a:lnSpc>
        <a:spcPct val="100000"/>
      </a:lnSpc>
      <a:spcBef>
        <a:spcPts val="0"/>
      </a:spcBef>
      <a:spcAft>
        <a:spcPts val="0"/>
      </a:spcAft>
      <a:buClrTx/>
      <a:buSzTx/>
      <a:buFontTx/>
      <a:buNone/>
      <a:tabLst/>
      <a:defRPr b="1" baseline="0" cap="none" i="0" spc="0" strike="noStrike" sz="1400" u="none" kumimoji="0" normalizeH="0">
        <a:ln>
          <a:noFill/>
        </a:ln>
        <a:solidFill>
          <a:srgbClr val="000000"/>
        </a:solidFill>
        <a:effectLst/>
        <a:uFillTx/>
        <a:latin typeface="Emotional Arial Rounded MT Bold"/>
        <a:ea typeface="Emotional Arial Rounded MT Bold"/>
        <a:cs typeface="Emotional Arial Rounded MT Bold"/>
        <a:sym typeface="Emotional Arial Rounded MT Bold"/>
      </a:defRPr>
    </a:lvl6pPr>
    <a:lvl7pPr marL="0" marR="0" indent="2743200" algn="ctr" defTabSz="914400" rtl="0" fontAlgn="auto" latinLnBrk="0" hangingPunct="0">
      <a:lnSpc>
        <a:spcPct val="100000"/>
      </a:lnSpc>
      <a:spcBef>
        <a:spcPts val="0"/>
      </a:spcBef>
      <a:spcAft>
        <a:spcPts val="0"/>
      </a:spcAft>
      <a:buClrTx/>
      <a:buSzTx/>
      <a:buFontTx/>
      <a:buNone/>
      <a:tabLst/>
      <a:defRPr b="1" baseline="0" cap="none" i="0" spc="0" strike="noStrike" sz="1400" u="none" kumimoji="0" normalizeH="0">
        <a:ln>
          <a:noFill/>
        </a:ln>
        <a:solidFill>
          <a:srgbClr val="000000"/>
        </a:solidFill>
        <a:effectLst/>
        <a:uFillTx/>
        <a:latin typeface="Emotional Arial Rounded MT Bold"/>
        <a:ea typeface="Emotional Arial Rounded MT Bold"/>
        <a:cs typeface="Emotional Arial Rounded MT Bold"/>
        <a:sym typeface="Emotional Arial Rounded MT Bold"/>
      </a:defRPr>
    </a:lvl7pPr>
    <a:lvl8pPr marL="0" marR="0" indent="3200400" algn="ctr" defTabSz="914400" rtl="0" fontAlgn="auto" latinLnBrk="0" hangingPunct="0">
      <a:lnSpc>
        <a:spcPct val="100000"/>
      </a:lnSpc>
      <a:spcBef>
        <a:spcPts val="0"/>
      </a:spcBef>
      <a:spcAft>
        <a:spcPts val="0"/>
      </a:spcAft>
      <a:buClrTx/>
      <a:buSzTx/>
      <a:buFontTx/>
      <a:buNone/>
      <a:tabLst/>
      <a:defRPr b="1" baseline="0" cap="none" i="0" spc="0" strike="noStrike" sz="1400" u="none" kumimoji="0" normalizeH="0">
        <a:ln>
          <a:noFill/>
        </a:ln>
        <a:solidFill>
          <a:srgbClr val="000000"/>
        </a:solidFill>
        <a:effectLst/>
        <a:uFillTx/>
        <a:latin typeface="Emotional Arial Rounded MT Bold"/>
        <a:ea typeface="Emotional Arial Rounded MT Bold"/>
        <a:cs typeface="Emotional Arial Rounded MT Bold"/>
        <a:sym typeface="Emotional Arial Rounded MT Bold"/>
      </a:defRPr>
    </a:lvl8pPr>
    <a:lvl9pPr marL="0" marR="0" indent="3657600" algn="ctr" defTabSz="914400" rtl="0" fontAlgn="auto" latinLnBrk="0" hangingPunct="0">
      <a:lnSpc>
        <a:spcPct val="100000"/>
      </a:lnSpc>
      <a:spcBef>
        <a:spcPts val="0"/>
      </a:spcBef>
      <a:spcAft>
        <a:spcPts val="0"/>
      </a:spcAft>
      <a:buClrTx/>
      <a:buSzTx/>
      <a:buFontTx/>
      <a:buNone/>
      <a:tabLst/>
      <a:defRPr b="1" baseline="0" cap="none" i="0" spc="0" strike="noStrike" sz="1400" u="none" kumimoji="0" normalizeH="0">
        <a:ln>
          <a:noFill/>
        </a:ln>
        <a:solidFill>
          <a:srgbClr val="000000"/>
        </a:solidFill>
        <a:effectLst/>
        <a:uFillTx/>
        <a:latin typeface="Emotional Arial Rounded MT Bold"/>
        <a:ea typeface="Emotional Arial Rounded MT Bold"/>
        <a:cs typeface="Emotional Arial Rounded MT Bold"/>
        <a:sym typeface="Emotional Arial Rounded MT Bold"/>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b="def" i="def"/>
      <a:tcStyle>
        <a:tcBdr/>
        <a:fill>
          <a:solidFill>
            <a:srgbClr val="E9EF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1"/>
</file>

<file path=ppt/_rels/presentation.xml.rels><?xml version="1.0" encoding="UTF-8" standalone="yes"?><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109"/>
          <p:cNvSpPr/>
          <p:nvPr>
            <p:ph type="sldImg"/>
          </p:nvPr>
        </p:nvSpPr>
        <p:spPr>
          <a:xfrm>
            <a:off x="1143000" y="685800"/>
            <a:ext cx="4572000" cy="3429000"/>
          </a:xfrm>
          <a:prstGeom prst="rect">
            <a:avLst/>
          </a:prstGeom>
        </p:spPr>
        <p:txBody>
          <a:bodyPr/>
          <a:lstStyle/>
          <a:p>
            <a:pPr/>
          </a:p>
        </p:txBody>
      </p:sp>
      <p:sp>
        <p:nvSpPr>
          <p:cNvPr id="110" name="Shape 11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1" showMasterPhAnim="1">
  <p:cSld name="Title Slide">
    <p:spTree>
      <p:nvGrpSpPr>
        <p:cNvPr id="1" name=""/>
        <p:cNvGrpSpPr/>
        <p:nvPr/>
      </p:nvGrpSpPr>
      <p:grpSpPr>
        <a:xfrm>
          <a:off x="0" y="0"/>
          <a:ext cx="0" cy="0"/>
          <a:chOff x="0" y="0"/>
          <a:chExt cx="0" cy="0"/>
        </a:xfrm>
      </p:grpSpPr>
      <p:sp>
        <p:nvSpPr>
          <p:cNvPr id="11" name="Shape 11"/>
          <p:cNvSpPr/>
          <p:nvPr>
            <p:ph type="title"/>
          </p:nvPr>
        </p:nvSpPr>
        <p:spPr>
          <a:xfrm>
            <a:off x="685800" y="1122362"/>
            <a:ext cx="7772400" cy="2387601"/>
          </a:xfrm>
          <a:prstGeom prst="rect">
            <a:avLst/>
          </a:prstGeom>
        </p:spPr>
        <p:txBody>
          <a:bodyPr anchor="b"/>
          <a:lstStyle>
            <a:lvl1pPr algn="ctr">
              <a:defRPr sz="6000"/>
            </a:lvl1pPr>
          </a:lstStyle>
          <a:p>
            <a:pPr/>
            <a:r>
              <a:t>Title Text</a:t>
            </a:r>
          </a:p>
        </p:txBody>
      </p:sp>
      <p:sp>
        <p:nvSpPr>
          <p:cNvPr id="12" name="Shape 12"/>
          <p:cNvSpPr/>
          <p:nvPr>
            <p:ph type="body" sz="quarter" idx="1"/>
          </p:nvPr>
        </p:nvSpPr>
        <p:spPr>
          <a:xfrm>
            <a:off x="1143000" y="3602037"/>
            <a:ext cx="6858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hape 13"/>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1" showMasterPhAnim="1">
  <p:cSld name="Title and Content">
    <p:spTree>
      <p:nvGrpSpPr>
        <p:cNvPr id="1" name=""/>
        <p:cNvGrpSpPr/>
        <p:nvPr/>
      </p:nvGrpSpPr>
      <p:grpSpPr>
        <a:xfrm>
          <a:off x="0" y="0"/>
          <a:ext cx="0" cy="0"/>
          <a:chOff x="0" y="0"/>
          <a:chExt cx="0" cy="0"/>
        </a:xfrm>
      </p:grpSpPr>
      <p:sp>
        <p:nvSpPr>
          <p:cNvPr id="20" name="Shape 20"/>
          <p:cNvSpPr/>
          <p:nvPr>
            <p:ph type="title"/>
          </p:nvPr>
        </p:nvSpPr>
        <p:spPr>
          <a:prstGeom prst="rect">
            <a:avLst/>
          </a:prstGeom>
        </p:spPr>
        <p:txBody>
          <a:bodyPr/>
          <a:lstStyle/>
          <a:p>
            <a:pPr/>
            <a:r>
              <a:t>Title Text</a:t>
            </a:r>
          </a:p>
        </p:txBody>
      </p:sp>
      <p:sp>
        <p:nvSpPr>
          <p:cNvPr id="21" name="Shape 21"/>
          <p:cNvSpPr/>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hape 22"/>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1" showMasterPhAnim="1">
  <p:cSld name="Section Header">
    <p:spTree>
      <p:nvGrpSpPr>
        <p:cNvPr id="1" name=""/>
        <p:cNvGrpSpPr/>
        <p:nvPr/>
      </p:nvGrpSpPr>
      <p:grpSpPr>
        <a:xfrm>
          <a:off x="0" y="0"/>
          <a:ext cx="0" cy="0"/>
          <a:chOff x="0" y="0"/>
          <a:chExt cx="0" cy="0"/>
        </a:xfrm>
      </p:grpSpPr>
      <p:sp>
        <p:nvSpPr>
          <p:cNvPr id="29" name="Shape 29"/>
          <p:cNvSpPr/>
          <p:nvPr>
            <p:ph type="title"/>
          </p:nvPr>
        </p:nvSpPr>
        <p:spPr>
          <a:xfrm>
            <a:off x="623887" y="1709739"/>
            <a:ext cx="7886701" cy="2852737"/>
          </a:xfrm>
          <a:prstGeom prst="rect">
            <a:avLst/>
          </a:prstGeom>
        </p:spPr>
        <p:txBody>
          <a:bodyPr anchor="b"/>
          <a:lstStyle>
            <a:lvl1pPr>
              <a:defRPr sz="6000"/>
            </a:lvl1pPr>
          </a:lstStyle>
          <a:p>
            <a:pPr/>
            <a:r>
              <a:t>Title Text</a:t>
            </a:r>
          </a:p>
        </p:txBody>
      </p:sp>
      <p:sp>
        <p:nvSpPr>
          <p:cNvPr id="30" name="Shape 30"/>
          <p:cNvSpPr/>
          <p:nvPr>
            <p:ph type="body" sz="quarter" idx="1"/>
          </p:nvPr>
        </p:nvSpPr>
        <p:spPr>
          <a:xfrm>
            <a:off x="623887" y="4589464"/>
            <a:ext cx="7886701" cy="1500188"/>
          </a:xfrm>
          <a:prstGeom prst="rect">
            <a:avLst/>
          </a:prstGeom>
        </p:spPr>
        <p:txBody>
          <a:bodyPr/>
          <a:lstStyle>
            <a:lvl1pPr marL="0" indent="0">
              <a:buSzTx/>
              <a:buFontTx/>
              <a:buNone/>
              <a:defRPr sz="2400"/>
            </a:lvl1pPr>
            <a:lvl2pPr marL="0" indent="457200">
              <a:buSzTx/>
              <a:buFontTx/>
              <a:buNone/>
              <a:defRPr sz="2400"/>
            </a:lvl2pPr>
            <a:lvl3pPr marL="0" indent="914400">
              <a:buSzTx/>
              <a:buFontTx/>
              <a:buNone/>
              <a:defRPr sz="2400"/>
            </a:lvl3pPr>
            <a:lvl4pPr marL="0" indent="1371600">
              <a:buSzTx/>
              <a:buFontTx/>
              <a:buNone/>
              <a:defRPr sz="2400"/>
            </a:lvl4pPr>
            <a:lvl5pPr marL="0" indent="1828800">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31" name="Shape 31"/>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1" showMasterPhAnim="1">
  <p:cSld name="Two Content">
    <p:spTree>
      <p:nvGrpSpPr>
        <p:cNvPr id="1" name=""/>
        <p:cNvGrpSpPr/>
        <p:nvPr/>
      </p:nvGrpSpPr>
      <p:grpSpPr>
        <a:xfrm>
          <a:off x="0" y="0"/>
          <a:ext cx="0" cy="0"/>
          <a:chOff x="0" y="0"/>
          <a:chExt cx="0" cy="0"/>
        </a:xfrm>
      </p:grpSpPr>
      <p:sp>
        <p:nvSpPr>
          <p:cNvPr id="38" name="Shape 38"/>
          <p:cNvSpPr/>
          <p:nvPr>
            <p:ph type="title"/>
          </p:nvPr>
        </p:nvSpPr>
        <p:spPr>
          <a:prstGeom prst="rect">
            <a:avLst/>
          </a:prstGeom>
        </p:spPr>
        <p:txBody>
          <a:bodyPr/>
          <a:lstStyle/>
          <a:p>
            <a:pPr/>
            <a:r>
              <a:t>Title Text</a:t>
            </a:r>
          </a:p>
        </p:txBody>
      </p:sp>
      <p:sp>
        <p:nvSpPr>
          <p:cNvPr id="39" name="Shape 39"/>
          <p:cNvSpPr/>
          <p:nvPr>
            <p:ph type="body" sz="half" idx="1"/>
          </p:nvPr>
        </p:nvSpPr>
        <p:spPr>
          <a:xfrm>
            <a:off x="628650" y="1825625"/>
            <a:ext cx="38862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hape 40"/>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1" showMasterPhAnim="1">
  <p:cSld name="Comparison">
    <p:spTree>
      <p:nvGrpSpPr>
        <p:cNvPr id="1" name=""/>
        <p:cNvGrpSpPr/>
        <p:nvPr/>
      </p:nvGrpSpPr>
      <p:grpSpPr>
        <a:xfrm>
          <a:off x="0" y="0"/>
          <a:ext cx="0" cy="0"/>
          <a:chOff x="0" y="0"/>
          <a:chExt cx="0" cy="0"/>
        </a:xfrm>
      </p:grpSpPr>
      <p:sp>
        <p:nvSpPr>
          <p:cNvPr id="47" name="Shape 47"/>
          <p:cNvSpPr/>
          <p:nvPr>
            <p:ph type="title"/>
          </p:nvPr>
        </p:nvSpPr>
        <p:spPr>
          <a:xfrm>
            <a:off x="629841" y="365125"/>
            <a:ext cx="7886701" cy="1325564"/>
          </a:xfrm>
          <a:prstGeom prst="rect">
            <a:avLst/>
          </a:prstGeom>
        </p:spPr>
        <p:txBody>
          <a:bodyPr/>
          <a:lstStyle/>
          <a:p>
            <a:pPr/>
            <a:r>
              <a:t>Title Text</a:t>
            </a:r>
          </a:p>
        </p:txBody>
      </p:sp>
      <p:sp>
        <p:nvSpPr>
          <p:cNvPr id="48" name="Shape 48"/>
          <p:cNvSpPr/>
          <p:nvPr>
            <p:ph type="body" sz="quarter" idx="1"/>
          </p:nvPr>
        </p:nvSpPr>
        <p:spPr>
          <a:xfrm>
            <a:off x="629841" y="1681163"/>
            <a:ext cx="3868341"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Shape 49"/>
          <p:cNvSpPr/>
          <p:nvPr>
            <p:ph type="body" sz="quarter" idx="13"/>
          </p:nvPr>
        </p:nvSpPr>
        <p:spPr>
          <a:xfrm>
            <a:off x="4629150" y="1681163"/>
            <a:ext cx="3887392" cy="823913"/>
          </a:xfrm>
          <a:prstGeom prst="rect">
            <a:avLst/>
          </a:prstGeom>
        </p:spPr>
        <p:txBody>
          <a:bodyPr anchor="b"/>
          <a:lstStyle/>
          <a:p>
            <a:pPr marL="0" indent="0">
              <a:buSzTx/>
              <a:buFontTx/>
              <a:buNone/>
              <a:defRPr b="1" sz="2400"/>
            </a:pPr>
          </a:p>
        </p:txBody>
      </p:sp>
      <p:sp>
        <p:nvSpPr>
          <p:cNvPr id="50" name="Shape 50"/>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type="tx" showMasterSp="1" showMasterPhAnim="1">
  <p:cSld name="Title Only">
    <p:spTree>
      <p:nvGrpSpPr>
        <p:cNvPr id="1" name=""/>
        <p:cNvGrpSpPr/>
        <p:nvPr/>
      </p:nvGrpSpPr>
      <p:grpSpPr>
        <a:xfrm>
          <a:off x="0" y="0"/>
          <a:ext cx="0" cy="0"/>
          <a:chOff x="0" y="0"/>
          <a:chExt cx="0" cy="0"/>
        </a:xfrm>
      </p:grpSpPr>
      <p:sp>
        <p:nvSpPr>
          <p:cNvPr id="57" name="Shape 57"/>
          <p:cNvSpPr/>
          <p:nvPr>
            <p:ph type="title"/>
          </p:nvPr>
        </p:nvSpPr>
        <p:spPr>
          <a:prstGeom prst="rect">
            <a:avLst/>
          </a:prstGeom>
        </p:spPr>
        <p:txBody>
          <a:bodyPr/>
          <a:lstStyle/>
          <a:p>
            <a:pPr/>
            <a:r>
              <a:t>Title Text</a:t>
            </a:r>
          </a:p>
        </p:txBody>
      </p:sp>
      <p:sp>
        <p:nvSpPr>
          <p:cNvPr id="58" name="Shape 58"/>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type="tx" showMasterSp="1" showMasterPhAnim="1">
  <p:cSld name="Blank">
    <p:spTree>
      <p:nvGrpSpPr>
        <p:cNvPr id="1" name=""/>
        <p:cNvGrpSpPr/>
        <p:nvPr/>
      </p:nvGrpSpPr>
      <p:grpSpPr>
        <a:xfrm>
          <a:off x="0" y="0"/>
          <a:ext cx="0" cy="0"/>
          <a:chOff x="0" y="0"/>
          <a:chExt cx="0" cy="0"/>
        </a:xfrm>
      </p:grpSpPr>
      <p:sp>
        <p:nvSpPr>
          <p:cNvPr id="65" name="Shape 65"/>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type="tx" showMasterSp="1" showMasterPhAnim="1">
  <p:cSld name="Content with Caption">
    <p:spTree>
      <p:nvGrpSpPr>
        <p:cNvPr id="1" name=""/>
        <p:cNvGrpSpPr/>
        <p:nvPr/>
      </p:nvGrpSpPr>
      <p:grpSpPr>
        <a:xfrm>
          <a:off x="0" y="0"/>
          <a:ext cx="0" cy="0"/>
          <a:chOff x="0" y="0"/>
          <a:chExt cx="0" cy="0"/>
        </a:xfrm>
      </p:grpSpPr>
      <p:sp>
        <p:nvSpPr>
          <p:cNvPr id="72" name="Shape 72"/>
          <p:cNvSpPr/>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73" name="Shape 73"/>
          <p:cNvSpPr/>
          <p:nvPr>
            <p:ph type="body" sz="half" idx="1"/>
          </p:nvPr>
        </p:nvSpPr>
        <p:spPr>
          <a:xfrm>
            <a:off x="3887391" y="987425"/>
            <a:ext cx="4629151" cy="4873626"/>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Shape 74"/>
          <p:cNvSpPr/>
          <p:nvPr>
            <p:ph type="body" sz="quarter" idx="13"/>
          </p:nvPr>
        </p:nvSpPr>
        <p:spPr>
          <a:xfrm>
            <a:off x="629840" y="2057400"/>
            <a:ext cx="2949180" cy="3811588"/>
          </a:xfrm>
          <a:prstGeom prst="rect">
            <a:avLst/>
          </a:prstGeom>
        </p:spPr>
        <p:txBody>
          <a:bodyPr/>
          <a:lstStyle/>
          <a:p>
            <a:pPr marL="0" indent="0">
              <a:buSzTx/>
              <a:buFontTx/>
              <a:buNone/>
              <a:defRPr sz="1600"/>
            </a:pPr>
          </a:p>
        </p:txBody>
      </p:sp>
      <p:sp>
        <p:nvSpPr>
          <p:cNvPr id="75" name="Shape 75"/>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type="tx" showMasterSp="1" showMasterPhAnim="1">
  <p:cSld name="Picture with Caption">
    <p:spTree>
      <p:nvGrpSpPr>
        <p:cNvPr id="1" name=""/>
        <p:cNvGrpSpPr/>
        <p:nvPr/>
      </p:nvGrpSpPr>
      <p:grpSpPr>
        <a:xfrm>
          <a:off x="0" y="0"/>
          <a:ext cx="0" cy="0"/>
          <a:chOff x="0" y="0"/>
          <a:chExt cx="0" cy="0"/>
        </a:xfrm>
      </p:grpSpPr>
      <p:sp>
        <p:nvSpPr>
          <p:cNvPr id="82" name="Shape 82"/>
          <p:cNvSpPr/>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83" name="Shape 83"/>
          <p:cNvSpPr/>
          <p:nvPr>
            <p:ph type="pic" sz="half" idx="13"/>
          </p:nvPr>
        </p:nvSpPr>
        <p:spPr>
          <a:xfrm>
            <a:off x="3887391" y="987425"/>
            <a:ext cx="4629151" cy="4873626"/>
          </a:xfrm>
          <a:prstGeom prst="rect">
            <a:avLst/>
          </a:prstGeom>
        </p:spPr>
        <p:txBody>
          <a:bodyPr lIns="91439" rIns="91439">
            <a:noAutofit/>
          </a:bodyPr>
          <a:lstStyle/>
          <a:p>
            <a:pPr/>
          </a:p>
        </p:txBody>
      </p:sp>
      <p:sp>
        <p:nvSpPr>
          <p:cNvPr id="84" name="Shape 84"/>
          <p:cNvSpPr/>
          <p:nvPr>
            <p:ph type="body" sz="quarter" idx="1"/>
          </p:nvPr>
        </p:nvSpPr>
        <p:spPr>
          <a:xfrm>
            <a:off x="629841" y="2057400"/>
            <a:ext cx="2949178"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hape 85"/>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type="tx" showMasterSp="1" showMasterPhAnim="1">
  <p:cSld name="Title and Vertical Text">
    <p:spTree>
      <p:nvGrpSpPr>
        <p:cNvPr id="1" name=""/>
        <p:cNvGrpSpPr/>
        <p:nvPr/>
      </p:nvGrpSpPr>
      <p:grpSpPr>
        <a:xfrm>
          <a:off x="0" y="0"/>
          <a:ext cx="0" cy="0"/>
          <a:chOff x="0" y="0"/>
          <a:chExt cx="0" cy="0"/>
        </a:xfrm>
      </p:grpSpPr>
      <p:sp>
        <p:nvSpPr>
          <p:cNvPr id="92" name="Shape 92"/>
          <p:cNvSpPr/>
          <p:nvPr>
            <p:ph type="title"/>
          </p:nvPr>
        </p:nvSpPr>
        <p:spPr>
          <a:prstGeom prst="rect">
            <a:avLst/>
          </a:prstGeom>
        </p:spPr>
        <p:txBody>
          <a:bodyPr/>
          <a:lstStyle/>
          <a:p>
            <a:pPr/>
            <a:r>
              <a:t>Title Text</a:t>
            </a:r>
          </a:p>
        </p:txBody>
      </p:sp>
      <p:sp>
        <p:nvSpPr>
          <p:cNvPr id="93" name="Shape 93"/>
          <p:cNvSpPr/>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4" name="Shape 94"/>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type="tx" showMasterSp="1" showMasterPhAnim="1">
  <p:cSld name="Vertical Title and Text">
    <p:spTree>
      <p:nvGrpSpPr>
        <p:cNvPr id="1" name=""/>
        <p:cNvGrpSpPr/>
        <p:nvPr/>
      </p:nvGrpSpPr>
      <p:grpSpPr>
        <a:xfrm>
          <a:off x="0" y="0"/>
          <a:ext cx="0" cy="0"/>
          <a:chOff x="0" y="0"/>
          <a:chExt cx="0" cy="0"/>
        </a:xfrm>
      </p:grpSpPr>
      <p:sp>
        <p:nvSpPr>
          <p:cNvPr id="101" name="Shape 101"/>
          <p:cNvSpPr/>
          <p:nvPr>
            <p:ph type="title"/>
          </p:nvPr>
        </p:nvSpPr>
        <p:spPr>
          <a:xfrm>
            <a:off x="6543675" y="365125"/>
            <a:ext cx="1971675" cy="5811838"/>
          </a:xfrm>
          <a:prstGeom prst="rect">
            <a:avLst/>
          </a:prstGeom>
        </p:spPr>
        <p:txBody>
          <a:bodyPr/>
          <a:lstStyle/>
          <a:p>
            <a:pPr/>
            <a:r>
              <a:t>Title Text</a:t>
            </a:r>
          </a:p>
        </p:txBody>
      </p:sp>
      <p:sp>
        <p:nvSpPr>
          <p:cNvPr id="102" name="Shape 102"/>
          <p:cNvSpPr/>
          <p:nvPr>
            <p:ph type="body" idx="1"/>
          </p:nvPr>
        </p:nvSpPr>
        <p:spPr>
          <a:xfrm>
            <a:off x="628650" y="365125"/>
            <a:ext cx="5800725" cy="58118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3" name="Shape 103"/>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2"/>
          <p:cNvSpPr/>
          <p:nvPr>
            <p:ph type="title"/>
          </p:nvPr>
        </p:nvSpPr>
        <p:spPr>
          <a:xfrm>
            <a:off x="628650" y="365125"/>
            <a:ext cx="7886700" cy="132556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Shape 3"/>
          <p:cNvSpPr/>
          <p:nvPr>
            <p:ph type="body" idx="1"/>
          </p:nvPr>
        </p:nvSpPr>
        <p:spPr>
          <a:xfrm>
            <a:off x="628650" y="1825625"/>
            <a:ext cx="78867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hape 4"/>
          <p:cNvSpPr/>
          <p:nvPr>
            <p:ph type="sldNum" sz="quarter" idx="2"/>
          </p:nvPr>
        </p:nvSpPr>
        <p:spPr>
          <a:xfrm>
            <a:off x="8251368" y="6404294"/>
            <a:ext cx="263983" cy="269241"/>
          </a:xfrm>
          <a:prstGeom prst="rect">
            <a:avLst/>
          </a:prstGeom>
          <a:ln w="12700">
            <a:miter lim="400000"/>
          </a:ln>
        </p:spPr>
        <p:txBody>
          <a:bodyPr wrap="none" lIns="45719" rIns="45719" anchor="ctr">
            <a:spAutoFit/>
          </a:bodyPr>
          <a:lstStyle>
            <a:lvl1pPr algn="r">
              <a:defRPr b="0" sz="1200">
                <a:solidFill>
                  <a:srgbClr val="888888"/>
                </a:solidFill>
                <a:latin typeface="+mn-lt"/>
                <a:ea typeface="+mn-ea"/>
                <a:cs typeface="+mn-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jpe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jpe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jpe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4.jpe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jpe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6.jpe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7.jpe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gif"/></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8.jpe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4.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9.jpe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0.jpe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1.jpe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2.jpe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3.jpe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4.jpe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5.jpe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12" name="Shape 112"/>
          <p:cNvSpPr/>
          <p:nvPr>
            <p:ph type="body" sz="quarter" idx="1"/>
          </p:nvPr>
        </p:nvSpPr>
        <p:spPr>
          <a:xfrm>
            <a:off x="0" y="5896902"/>
            <a:ext cx="4629150" cy="961099"/>
          </a:xfrm>
          <a:prstGeom prst="rect">
            <a:avLst/>
          </a:prstGeom>
        </p:spPr>
        <p:txBody>
          <a:bodyPr/>
          <a:lstStyle/>
          <a:p>
            <a:pPr marL="0" indent="0" algn="ctr">
              <a:spcBef>
                <a:spcPts val="0"/>
              </a:spcBef>
              <a:buSzTx/>
              <a:buNone/>
              <a:defRPr b="1" sz="1800"/>
            </a:pPr>
          </a:p>
        </p:txBody>
      </p:sp>
      <p:pic>
        <p:nvPicPr>
          <p:cNvPr id="113" name="image1.png" descr="logo"/>
          <p:cNvPicPr>
            <a:picLocks noChangeAspect="1"/>
          </p:cNvPicPr>
          <p:nvPr/>
        </p:nvPicPr>
        <p:blipFill>
          <a:blip r:embed="rId2">
            <a:extLst/>
          </a:blip>
          <a:stretch>
            <a:fillRect/>
          </a:stretch>
        </p:blipFill>
        <p:spPr>
          <a:xfrm>
            <a:off x="710627" y="531753"/>
            <a:ext cx="3207896" cy="817604"/>
          </a:xfrm>
          <a:prstGeom prst="rect">
            <a:avLst/>
          </a:prstGeom>
          <a:ln w="12700">
            <a:miter lim="400000"/>
          </a:ln>
        </p:spPr>
      </p:pic>
      <p:sp>
        <p:nvSpPr>
          <p:cNvPr id="114" name="Shape 114"/>
          <p:cNvSpPr/>
          <p:nvPr/>
        </p:nvSpPr>
        <p:spPr>
          <a:xfrm>
            <a:off x="395832" y="2490960"/>
            <a:ext cx="3837484"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4400">
                <a:effectLst>
                  <a:outerShdw sx="100000" sy="100000" kx="0" ky="0" algn="b" rotWithShape="0" blurRad="38100" dist="38100" dir="2700000">
                    <a:srgbClr val="000000">
                      <a:alpha val="43137"/>
                    </a:srgbClr>
                  </a:outerShdw>
                </a:effectLst>
                <a:latin typeface="Monotype Corsiva"/>
                <a:ea typeface="Monotype Corsiva"/>
                <a:cs typeface="Monotype Corsiva"/>
                <a:sym typeface="Monotype Corsiva"/>
              </a:defRPr>
            </a:lvl1pPr>
          </a:lstStyle>
          <a:p>
            <a:pPr/>
            <a:r>
              <a:t>Sage Advice &amp;  Observations</a:t>
            </a:r>
          </a:p>
        </p:txBody>
      </p:sp>
      <p:pic>
        <p:nvPicPr>
          <p:cNvPr id="115" name="image2.png"/>
          <p:cNvPicPr>
            <a:picLocks noChangeAspect="1"/>
          </p:cNvPicPr>
          <p:nvPr/>
        </p:nvPicPr>
        <p:blipFill>
          <a:blip r:embed="rId3">
            <a:extLst/>
          </a:blip>
          <a:stretch>
            <a:fillRect/>
          </a:stretch>
        </p:blipFill>
        <p:spPr>
          <a:xfrm>
            <a:off x="4766871" y="1349356"/>
            <a:ext cx="4377129" cy="4406868"/>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17" name="Shape 117"/>
          <p:cNvSpPr/>
          <p:nvPr>
            <p:ph type="ctrTitle"/>
          </p:nvPr>
        </p:nvSpPr>
        <p:spPr>
          <a:xfrm>
            <a:off x="472440" y="285413"/>
            <a:ext cx="8281818" cy="1915916"/>
          </a:xfrm>
          <a:prstGeom prst="rect">
            <a:avLst/>
          </a:prstGeom>
          <a:ln w="9525">
            <a:solidFill>
              <a:srgbClr val="000000"/>
            </a:solidFill>
            <a:prstDash val="lgDash"/>
            <a:round/>
          </a:ln>
        </p:spPr>
        <p:txBody>
          <a:bodyPr/>
          <a:lstStyle>
            <a:lvl1pPr defTabSz="877823">
              <a:defRPr i="1" sz="3839">
                <a:effectLst>
                  <a:outerShdw sx="100000" sy="100000" kx="0" ky="0" algn="b" rotWithShape="0" blurRad="36576" dist="36576" dir="2700000">
                    <a:srgbClr val="000000">
                      <a:alpha val="43137"/>
                    </a:srgbClr>
                  </a:outerShdw>
                </a:effectLst>
              </a:defRPr>
            </a:lvl1pPr>
          </a:lstStyle>
          <a:p>
            <a:pPr/>
            <a:r>
              <a:t>“If your actions inspire others to dream more, learn more, do more and become more, you are a leader.”</a:t>
            </a:r>
          </a:p>
        </p:txBody>
      </p:sp>
      <p:pic>
        <p:nvPicPr>
          <p:cNvPr id="118"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119" name="Shape 119"/>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120" name="Shape 120"/>
          <p:cNvSpPr/>
          <p:nvPr/>
        </p:nvSpPr>
        <p:spPr>
          <a:xfrm>
            <a:off x="1455221" y="3010729"/>
            <a:ext cx="4432092" cy="263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—John Quincy Adams</a:t>
            </a:r>
          </a:p>
          <a:p>
            <a:pPr>
              <a:defRPr sz="2400"/>
            </a:pPr>
            <a:r>
              <a:t>American Statesman; Diplomat; Congressman; Senator; 6th President of the United States 1767-1848</a:t>
            </a:r>
          </a:p>
        </p:txBody>
      </p:sp>
      <p:pic>
        <p:nvPicPr>
          <p:cNvPr id="121" name="image3.jpg" descr="http://upload.wikimedia.org/wikipedia/commons/3/37/John_Quincy_Adams_by_George_Caleb_Bingham_(detail),_c._1850_after_1844_original_-_DSC03235.JPG"/>
          <p:cNvPicPr>
            <a:picLocks noChangeAspect="1"/>
          </p:cNvPicPr>
          <p:nvPr/>
        </p:nvPicPr>
        <p:blipFill>
          <a:blip r:embed="rId3">
            <a:extLst/>
          </a:blip>
          <a:stretch>
            <a:fillRect/>
          </a:stretch>
        </p:blipFill>
        <p:spPr>
          <a:xfrm>
            <a:off x="6035040" y="2377168"/>
            <a:ext cx="2719218" cy="3390782"/>
          </a:xfrm>
          <a:prstGeom prst="rect">
            <a:avLst/>
          </a:prstGeom>
          <a:ln w="12700">
            <a:miter lim="400000"/>
          </a:ln>
        </p:spPr>
      </p:pic>
    </p:spTree>
  </p:cSld>
  <p:clrMapOvr>
    <a:masterClrMapping/>
  </p:clrMapOvr>
  <p:transition xmlns:p14="http://schemas.microsoft.com/office/powerpoint/2010/main" spd="med" advClick="1" p14:dur="1000"/>
</p:sld>
</file>

<file path=ppt/slides/slide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23" name="Shape 123"/>
          <p:cNvSpPr/>
          <p:nvPr>
            <p:ph type="ctrTitle"/>
          </p:nvPr>
        </p:nvSpPr>
        <p:spPr>
          <a:xfrm>
            <a:off x="486481" y="182517"/>
            <a:ext cx="8301037" cy="2473980"/>
          </a:xfrm>
          <a:prstGeom prst="rect">
            <a:avLst/>
          </a:prstGeom>
          <a:ln w="9525">
            <a:solidFill>
              <a:srgbClr val="000000"/>
            </a:solidFill>
            <a:prstDash val="lgDash"/>
            <a:round/>
          </a:ln>
        </p:spPr>
        <p:txBody>
          <a:bodyPr/>
          <a:lstStyle>
            <a:lvl1pPr>
              <a:defRPr i="1" sz="4000">
                <a:effectLst>
                  <a:outerShdw sx="100000" sy="100000" kx="0" ky="0" algn="b" rotWithShape="0" blurRad="38100" dist="38100" dir="2700000">
                    <a:srgbClr val="000000">
                      <a:alpha val="43137"/>
                    </a:srgbClr>
                  </a:outerShdw>
                </a:effectLst>
              </a:defRPr>
            </a:lvl1pPr>
          </a:lstStyle>
          <a:p>
            <a:pPr/>
            <a:r>
              <a:t>“Empathy: seeing with the eyes of another, listening with the ears of another, and feeling with the heart of another.”</a:t>
            </a:r>
          </a:p>
        </p:txBody>
      </p:sp>
      <p:pic>
        <p:nvPicPr>
          <p:cNvPr id="124"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125" name="Shape 125"/>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126" name="Shape 126"/>
          <p:cNvSpPr/>
          <p:nvPr/>
        </p:nvSpPr>
        <p:spPr>
          <a:xfrm>
            <a:off x="1873771" y="3238312"/>
            <a:ext cx="4422099" cy="2466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 Alfred Adler</a:t>
            </a:r>
          </a:p>
          <a:p>
            <a:pPr>
              <a:defRPr sz="2400"/>
            </a:pPr>
            <a:r>
              <a:t>Austrian Medical Doctor; Psychotherapist; Founder of the School of Individual Psychology.</a:t>
            </a:r>
          </a:p>
          <a:p>
            <a:pPr>
              <a:defRPr sz="2400"/>
            </a:pPr>
            <a:r>
              <a:t>1870-1937</a:t>
            </a:r>
          </a:p>
        </p:txBody>
      </p:sp>
      <p:pic>
        <p:nvPicPr>
          <p:cNvPr id="127" name="image4.jpg" descr="http://www.celebritytypes.com/files2/alfred-adler.jpg"/>
          <p:cNvPicPr>
            <a:picLocks noChangeAspect="1"/>
          </p:cNvPicPr>
          <p:nvPr/>
        </p:nvPicPr>
        <p:blipFill>
          <a:blip r:embed="rId3">
            <a:extLst/>
          </a:blip>
          <a:stretch>
            <a:fillRect/>
          </a:stretch>
        </p:blipFill>
        <p:spPr>
          <a:xfrm>
            <a:off x="6295868" y="2775038"/>
            <a:ext cx="2491650" cy="3050208"/>
          </a:xfrm>
          <a:prstGeom prst="rect">
            <a:avLst/>
          </a:prstGeom>
          <a:ln w="12700">
            <a:miter lim="400000"/>
          </a:ln>
        </p:spPr>
      </p:pic>
    </p:spTree>
  </p:cSld>
  <p:clrMapOvr>
    <a:masterClrMapping/>
  </p:clrMapOvr>
  <p:transition xmlns:p14="http://schemas.microsoft.com/office/powerpoint/2010/main" spd="med" advClick="1" p14:dur="1000"/>
</p:sld>
</file>

<file path=ppt/slides/slide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29" name="Shape 129"/>
          <p:cNvSpPr/>
          <p:nvPr>
            <p:ph type="ctrTitle"/>
          </p:nvPr>
        </p:nvSpPr>
        <p:spPr>
          <a:xfrm>
            <a:off x="486481" y="164893"/>
            <a:ext cx="8301037" cy="1787065"/>
          </a:xfrm>
          <a:prstGeom prst="rect">
            <a:avLst/>
          </a:prstGeom>
          <a:ln w="9525">
            <a:solidFill>
              <a:srgbClr val="000000"/>
            </a:solidFill>
            <a:prstDash val="lgDash"/>
            <a:round/>
          </a:ln>
        </p:spPr>
        <p:txBody>
          <a:bodyPr/>
          <a:lstStyle>
            <a:lvl1pPr defTabSz="868680">
              <a:defRPr i="1" sz="3800">
                <a:effectLst>
                  <a:outerShdw sx="100000" sy="100000" kx="0" ky="0" algn="b" rotWithShape="0" blurRad="36195" dist="36195" dir="2700000">
                    <a:srgbClr val="000000">
                      <a:alpha val="43137"/>
                    </a:srgbClr>
                  </a:outerShdw>
                </a:effectLst>
              </a:defRPr>
            </a:lvl1pPr>
          </a:lstStyle>
          <a:p>
            <a:pPr/>
            <a:r>
              <a:t>“The relationships we have with the world are largely determined by the relationships we have with ourselves.”</a:t>
            </a:r>
          </a:p>
        </p:txBody>
      </p:sp>
      <p:pic>
        <p:nvPicPr>
          <p:cNvPr id="130" name="image1.png" descr="logo"/>
          <p:cNvPicPr>
            <a:picLocks noChangeAspect="1"/>
          </p:cNvPicPr>
          <p:nvPr/>
        </p:nvPicPr>
        <p:blipFill>
          <a:blip r:embed="rId2">
            <a:extLst/>
          </a:blip>
          <a:stretch>
            <a:fillRect/>
          </a:stretch>
        </p:blipFill>
        <p:spPr>
          <a:xfrm>
            <a:off x="0" y="5943787"/>
            <a:ext cx="2910442" cy="817604"/>
          </a:xfrm>
          <a:prstGeom prst="rect">
            <a:avLst/>
          </a:prstGeom>
          <a:ln w="12700">
            <a:miter lim="400000"/>
          </a:ln>
        </p:spPr>
      </p:pic>
      <p:sp>
        <p:nvSpPr>
          <p:cNvPr id="131" name="Shape 131"/>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pic>
        <p:nvPicPr>
          <p:cNvPr id="132" name="image5.jpg" descr="http://d.gr-assets.com/authors/1325171215p5/86189.jpg"/>
          <p:cNvPicPr>
            <a:picLocks noChangeAspect="1"/>
          </p:cNvPicPr>
          <p:nvPr/>
        </p:nvPicPr>
        <p:blipFill>
          <a:blip r:embed="rId3">
            <a:extLst/>
          </a:blip>
          <a:stretch>
            <a:fillRect/>
          </a:stretch>
        </p:blipFill>
        <p:spPr>
          <a:xfrm>
            <a:off x="6265888" y="2070501"/>
            <a:ext cx="2521630" cy="3754744"/>
          </a:xfrm>
          <a:prstGeom prst="rect">
            <a:avLst/>
          </a:prstGeom>
          <a:ln w="12700">
            <a:miter lim="400000"/>
          </a:ln>
        </p:spPr>
      </p:pic>
      <p:sp>
        <p:nvSpPr>
          <p:cNvPr id="133" name="Shape 133"/>
          <p:cNvSpPr/>
          <p:nvPr/>
        </p:nvSpPr>
        <p:spPr>
          <a:xfrm>
            <a:off x="1738859" y="2815443"/>
            <a:ext cx="4811843" cy="283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 Greg Anderson</a:t>
            </a:r>
          </a:p>
          <a:p>
            <a:pPr>
              <a:defRPr sz="2400"/>
            </a:pPr>
            <a:r>
              <a:t> Founder and chairman of the Cancer Recovery Foundation;  Founder of the American Wellness Project; Wellness Authority.</a:t>
            </a:r>
          </a:p>
          <a:p>
            <a:pPr>
              <a:defRPr sz="2400"/>
            </a:pPr>
            <a:r>
              <a:t>1947-current</a:t>
            </a:r>
          </a:p>
        </p:txBody>
      </p:sp>
    </p:spTree>
  </p:cSld>
  <p:clrMapOvr>
    <a:masterClrMapping/>
  </p:clrMapOvr>
  <p:transition xmlns:p14="http://schemas.microsoft.com/office/powerpoint/2010/main" spd="med" advClick="1" p14:dur="1000"/>
</p:sld>
</file>

<file path=ppt/slides/slide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35" name="Shape 135"/>
          <p:cNvSpPr/>
          <p:nvPr>
            <p:ph type="ctrTitle"/>
          </p:nvPr>
        </p:nvSpPr>
        <p:spPr>
          <a:xfrm>
            <a:off x="472440" y="321040"/>
            <a:ext cx="8229601" cy="2387601"/>
          </a:xfrm>
          <a:prstGeom prst="rect">
            <a:avLst/>
          </a:prstGeom>
          <a:ln w="9525">
            <a:solidFill>
              <a:srgbClr val="000000"/>
            </a:solidFill>
            <a:prstDash val="lgDash"/>
            <a:round/>
          </a:ln>
        </p:spPr>
        <p:txBody>
          <a:bodyPr/>
          <a:lstStyle>
            <a:lvl1pPr>
              <a:defRPr i="1" sz="4000">
                <a:effectLst>
                  <a:outerShdw sx="100000" sy="100000" kx="0" ky="0" algn="b" rotWithShape="0" blurRad="38100" dist="38100" dir="2700000">
                    <a:srgbClr val="000000">
                      <a:alpha val="43137"/>
                    </a:srgbClr>
                  </a:outerShdw>
                </a:effectLst>
              </a:defRPr>
            </a:lvl1pPr>
          </a:lstStyle>
          <a:p>
            <a:pPr/>
            <a:r>
              <a:t>“I’ve learned that people will forget what you said, people will forget what you did, but people will never forget how you made them feel.”</a:t>
            </a:r>
          </a:p>
        </p:txBody>
      </p:sp>
      <p:sp>
        <p:nvSpPr>
          <p:cNvPr id="136" name="Shape 136"/>
          <p:cNvSpPr/>
          <p:nvPr>
            <p:ph type="subTitle" idx="1"/>
          </p:nvPr>
        </p:nvSpPr>
        <p:spPr>
          <a:xfrm>
            <a:off x="1404686" y="7926372"/>
            <a:ext cx="10551009" cy="2495983"/>
          </a:xfrm>
          <a:prstGeom prst="rect">
            <a:avLst/>
          </a:prstGeom>
        </p:spPr>
        <p:txBody>
          <a:bodyPr/>
          <a:lstStyle/>
          <a:p>
            <a:pPr/>
          </a:p>
        </p:txBody>
      </p:sp>
      <p:pic>
        <p:nvPicPr>
          <p:cNvPr id="137"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138" name="Shape 138"/>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139" name="Shape 139"/>
          <p:cNvSpPr/>
          <p:nvPr/>
        </p:nvSpPr>
        <p:spPr>
          <a:xfrm>
            <a:off x="2577486" y="3547698"/>
            <a:ext cx="3530239" cy="172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—Maya Angelou</a:t>
            </a:r>
          </a:p>
          <a:p>
            <a:pPr>
              <a:defRPr sz="2400"/>
            </a:pPr>
            <a:r>
              <a:t>American Author; Poet; Sage.</a:t>
            </a:r>
          </a:p>
          <a:p>
            <a:pPr>
              <a:defRPr sz="2400"/>
            </a:pPr>
            <a:r>
              <a:t>1928-2014</a:t>
            </a:r>
          </a:p>
        </p:txBody>
      </p:sp>
      <p:pic>
        <p:nvPicPr>
          <p:cNvPr id="140" name="image6.jpg" descr="http://www.learninglandscapes.ca/images/M_images/maya-angelou-picture.jpg"/>
          <p:cNvPicPr>
            <a:picLocks noChangeAspect="1"/>
          </p:cNvPicPr>
          <p:nvPr/>
        </p:nvPicPr>
        <p:blipFill>
          <a:blip r:embed="rId3">
            <a:extLst/>
          </a:blip>
          <a:stretch>
            <a:fillRect/>
          </a:stretch>
        </p:blipFill>
        <p:spPr>
          <a:xfrm>
            <a:off x="6107724" y="2827184"/>
            <a:ext cx="2594317" cy="2998062"/>
          </a:xfrm>
          <a:prstGeom prst="rect">
            <a:avLst/>
          </a:prstGeom>
          <a:ln w="12700">
            <a:miter lim="400000"/>
          </a:ln>
        </p:spPr>
      </p:pic>
    </p:spTree>
  </p:cSld>
  <p:clrMapOvr>
    <a:masterClrMapping/>
  </p:clrMapOvr>
  <p:transition xmlns:p14="http://schemas.microsoft.com/office/powerpoint/2010/main" spd="med" advClick="1" p14:dur="1000"/>
</p:sld>
</file>

<file path=ppt/slides/slide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42" name="Shape 142"/>
          <p:cNvSpPr/>
          <p:nvPr>
            <p:ph type="ctrTitle"/>
          </p:nvPr>
        </p:nvSpPr>
        <p:spPr>
          <a:xfrm>
            <a:off x="487680" y="154304"/>
            <a:ext cx="8229601" cy="2950755"/>
          </a:xfrm>
          <a:prstGeom prst="rect">
            <a:avLst/>
          </a:prstGeom>
          <a:ln w="9525">
            <a:solidFill>
              <a:srgbClr val="000000"/>
            </a:solidFill>
            <a:prstDash val="lgDash"/>
            <a:round/>
          </a:ln>
        </p:spPr>
        <p:txBody>
          <a:bodyPr/>
          <a:lstStyle>
            <a:lvl1pPr defTabSz="877823">
              <a:defRPr i="1" sz="3839">
                <a:effectLst>
                  <a:outerShdw sx="100000" sy="100000" kx="0" ky="0" algn="b" rotWithShape="0" blurRad="36576" dist="36576" dir="2700000">
                    <a:srgbClr val="000000">
                      <a:alpha val="43137"/>
                    </a:srgbClr>
                  </a:outerShdw>
                </a:effectLst>
              </a:defRPr>
            </a:lvl1pPr>
          </a:lstStyle>
          <a:p>
            <a:pPr/>
            <a:r>
              <a:t>“Pretend that every single person you meet has a sign around his or her neck that says, “Make me feel important.” Not only will you succeed in sales, you will succeed in life.”</a:t>
            </a:r>
          </a:p>
        </p:txBody>
      </p:sp>
      <p:pic>
        <p:nvPicPr>
          <p:cNvPr id="143"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144" name="Shape 144"/>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145" name="Shape 145"/>
          <p:cNvSpPr/>
          <p:nvPr/>
        </p:nvSpPr>
        <p:spPr>
          <a:xfrm>
            <a:off x="1830706" y="3647259"/>
            <a:ext cx="5057776" cy="1742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 </a:t>
            </a:r>
            <a:r>
              <a:t>Mary Kay Ash</a:t>
            </a:r>
          </a:p>
          <a:p>
            <a:pPr>
              <a:defRPr sz="2400"/>
            </a:pPr>
            <a:r>
              <a:t>American Businesswoman; Entrepreneur; Motivator.</a:t>
            </a:r>
          </a:p>
          <a:p>
            <a:pPr>
              <a:defRPr sz="2400"/>
            </a:pPr>
            <a:r>
              <a:t>1918-2001</a:t>
            </a:r>
          </a:p>
        </p:txBody>
      </p:sp>
      <p:pic>
        <p:nvPicPr>
          <p:cNvPr id="146" name="image7.png" descr="http://www.houstonpublicmedia.org/files/3017/"/>
          <p:cNvPicPr>
            <a:picLocks noChangeAspect="1"/>
          </p:cNvPicPr>
          <p:nvPr/>
        </p:nvPicPr>
        <p:blipFill>
          <a:blip r:embed="rId3">
            <a:extLst/>
          </a:blip>
          <a:stretch>
            <a:fillRect/>
          </a:stretch>
        </p:blipFill>
        <p:spPr>
          <a:xfrm>
            <a:off x="6457291" y="3223600"/>
            <a:ext cx="2259990" cy="2601645"/>
          </a:xfrm>
          <a:prstGeom prst="rect">
            <a:avLst/>
          </a:prstGeom>
          <a:ln w="12700">
            <a:miter lim="400000"/>
          </a:ln>
        </p:spPr>
      </p:pic>
    </p:spTree>
  </p:cSld>
  <p:clrMapOvr>
    <a:masterClrMapping/>
  </p:clrMapOvr>
  <p:transition xmlns:p14="http://schemas.microsoft.com/office/powerpoint/2010/main" spd="med" advClick="1" p14:dur="1000"/>
</p:sld>
</file>

<file path=ppt/slides/slide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48" name="Shape 148"/>
          <p:cNvSpPr/>
          <p:nvPr>
            <p:ph type="ctrTitle"/>
          </p:nvPr>
        </p:nvSpPr>
        <p:spPr>
          <a:xfrm>
            <a:off x="486480" y="317858"/>
            <a:ext cx="8301036" cy="1307381"/>
          </a:xfrm>
          <a:prstGeom prst="rect">
            <a:avLst/>
          </a:prstGeom>
          <a:ln w="9525">
            <a:solidFill>
              <a:srgbClr val="000000"/>
            </a:solidFill>
            <a:prstDash val="lgDash"/>
            <a:round/>
          </a:ln>
        </p:spPr>
        <p:txBody>
          <a:bodyPr/>
          <a:lstStyle>
            <a:lvl1pPr defTabSz="905255">
              <a:defRPr i="1" sz="3959">
                <a:effectLst>
                  <a:outerShdw sx="100000" sy="100000" kx="0" ky="0" algn="b" rotWithShape="0" blurRad="37719" dist="37719" dir="2700000">
                    <a:srgbClr val="000000">
                      <a:alpha val="43137"/>
                    </a:srgbClr>
                  </a:outerShdw>
                </a:effectLst>
              </a:defRPr>
            </a:lvl1pPr>
          </a:lstStyle>
          <a:p>
            <a:pPr/>
            <a:r>
              <a:t>“The happiness of your life depends on the quality of your thoughts.”</a:t>
            </a:r>
          </a:p>
        </p:txBody>
      </p:sp>
      <p:pic>
        <p:nvPicPr>
          <p:cNvPr id="149"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150" name="Shape 150"/>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151" name="Shape 151"/>
          <p:cNvSpPr/>
          <p:nvPr/>
        </p:nvSpPr>
        <p:spPr>
          <a:xfrm>
            <a:off x="1356360" y="3015755"/>
            <a:ext cx="4520959" cy="2098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 Marcus Aurelius</a:t>
            </a:r>
          </a:p>
          <a:p>
            <a:pPr>
              <a:defRPr sz="2400"/>
            </a:pPr>
            <a:r>
              <a:t>Roman Emperor; Last of the Five Good Emperors; Stoic Philosopher.</a:t>
            </a:r>
          </a:p>
          <a:p>
            <a:pPr>
              <a:defRPr sz="2400"/>
            </a:pPr>
            <a:r>
              <a:t>121-180</a:t>
            </a:r>
          </a:p>
        </p:txBody>
      </p:sp>
      <p:pic>
        <p:nvPicPr>
          <p:cNvPr id="152" name="image8.jpg" descr="http://www.livius.org/a/1/emperors/marcus_aurelius.jpg"/>
          <p:cNvPicPr>
            <a:picLocks noChangeAspect="1"/>
          </p:cNvPicPr>
          <p:nvPr/>
        </p:nvPicPr>
        <p:blipFill>
          <a:blip r:embed="rId3">
            <a:extLst/>
          </a:blip>
          <a:stretch>
            <a:fillRect/>
          </a:stretch>
        </p:blipFill>
        <p:spPr>
          <a:xfrm>
            <a:off x="5877319" y="1960590"/>
            <a:ext cx="2910199" cy="3864656"/>
          </a:xfrm>
          <a:prstGeom prst="rect">
            <a:avLst/>
          </a:prstGeom>
          <a:ln w="12700">
            <a:miter lim="400000"/>
          </a:ln>
        </p:spPr>
      </p:pic>
    </p:spTree>
  </p:cSld>
  <p:clrMapOvr>
    <a:masterClrMapping/>
  </p:clrMapOvr>
  <p:transition xmlns:p14="http://schemas.microsoft.com/office/powerpoint/2010/main" spd="med" advClick="1" p14:dur="1000"/>
</p:sld>
</file>

<file path=ppt/slides/slide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54" name="Shape 154"/>
          <p:cNvSpPr/>
          <p:nvPr>
            <p:ph type="ctrTitle"/>
          </p:nvPr>
        </p:nvSpPr>
        <p:spPr>
          <a:xfrm>
            <a:off x="419195" y="338945"/>
            <a:ext cx="8301037" cy="2410993"/>
          </a:xfrm>
          <a:prstGeom prst="rect">
            <a:avLst/>
          </a:prstGeom>
          <a:ln w="9525">
            <a:solidFill>
              <a:srgbClr val="000000"/>
            </a:solidFill>
            <a:prstDash val="lgDash"/>
            <a:round/>
          </a:ln>
        </p:spPr>
        <p:txBody>
          <a:bodyPr/>
          <a:lstStyle>
            <a:lvl1pPr>
              <a:defRPr i="1" sz="4000">
                <a:effectLst>
                  <a:outerShdw sx="100000" sy="100000" kx="0" ky="0" algn="b" rotWithShape="0" blurRad="38100" dist="38100" dir="2700000">
                    <a:srgbClr val="000000">
                      <a:alpha val="43137"/>
                    </a:srgbClr>
                  </a:outerShdw>
                </a:effectLst>
              </a:defRPr>
            </a:lvl1pPr>
          </a:lstStyle>
          <a:p>
            <a:pPr/>
            <a:r>
              <a:t>“Imagination was given to man to compensate him for what he is not; a sense of humor to console him for what he is.”</a:t>
            </a:r>
          </a:p>
        </p:txBody>
      </p:sp>
      <p:pic>
        <p:nvPicPr>
          <p:cNvPr id="155"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156" name="Shape 156"/>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157" name="Shape 157"/>
          <p:cNvSpPr/>
          <p:nvPr/>
        </p:nvSpPr>
        <p:spPr>
          <a:xfrm>
            <a:off x="1919577" y="3488652"/>
            <a:ext cx="4557423" cy="2098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 Sir Francis Bacon</a:t>
            </a:r>
          </a:p>
          <a:p>
            <a:pPr>
              <a:defRPr sz="2400"/>
            </a:pPr>
            <a:r>
              <a:t>English Philosopher; Statesman; Scientist; Jurist; Orator; Author.</a:t>
            </a:r>
          </a:p>
          <a:p>
            <a:pPr>
              <a:defRPr sz="2400"/>
            </a:pPr>
            <a:r>
              <a:t>1561-1626</a:t>
            </a:r>
          </a:p>
        </p:txBody>
      </p:sp>
      <p:pic>
        <p:nvPicPr>
          <p:cNvPr id="158" name="image9.jpg" descr="http://upload.wikimedia.org/wikipedia/commons/9/94/The_Works_of_Francis_Bacon_(1884)_Volume_1_008.jpg"/>
          <p:cNvPicPr>
            <a:picLocks noChangeAspect="1"/>
          </p:cNvPicPr>
          <p:nvPr/>
        </p:nvPicPr>
        <p:blipFill>
          <a:blip r:embed="rId3">
            <a:extLst/>
          </a:blip>
          <a:stretch>
            <a:fillRect/>
          </a:stretch>
        </p:blipFill>
        <p:spPr>
          <a:xfrm>
            <a:off x="6477000" y="2868480"/>
            <a:ext cx="2243233" cy="2994671"/>
          </a:xfrm>
          <a:prstGeom prst="rect">
            <a:avLst/>
          </a:prstGeom>
          <a:ln w="12700">
            <a:miter lim="400000"/>
          </a:ln>
        </p:spPr>
      </p:pic>
    </p:spTree>
  </p:cSld>
  <p:clrMapOvr>
    <a:masterClrMapping/>
  </p:clrMapOvr>
  <p:transition xmlns:p14="http://schemas.microsoft.com/office/powerpoint/2010/main" spd="med" advClick="1" p14:dur="1000"/>
</p:sld>
</file>

<file path=ppt/slides/slide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60" name="Shape 160"/>
          <p:cNvSpPr/>
          <p:nvPr>
            <p:ph type="ctrTitle"/>
          </p:nvPr>
        </p:nvSpPr>
        <p:spPr>
          <a:xfrm>
            <a:off x="502920" y="457200"/>
            <a:ext cx="8199119" cy="1339195"/>
          </a:xfrm>
          <a:prstGeom prst="rect">
            <a:avLst/>
          </a:prstGeom>
          <a:ln w="9525">
            <a:solidFill>
              <a:srgbClr val="000000"/>
            </a:solidFill>
            <a:prstDash val="lgDash"/>
            <a:round/>
          </a:ln>
        </p:spPr>
        <p:txBody>
          <a:bodyPr/>
          <a:lstStyle>
            <a:lvl1pPr defTabSz="822959">
              <a:defRPr i="1" sz="3600">
                <a:effectLst>
                  <a:outerShdw sx="100000" sy="100000" kx="0" ky="0" algn="b" rotWithShape="0" blurRad="34289" dist="34289" dir="2700000">
                    <a:srgbClr val="000000">
                      <a:alpha val="43137"/>
                    </a:srgbClr>
                  </a:outerShdw>
                </a:effectLst>
              </a:defRPr>
            </a:lvl1pPr>
          </a:lstStyle>
          <a:p>
            <a:pPr/>
            <a:r>
              <a:t>“To play a wrong note is insignificant; to play without passion is inexcusable.”</a:t>
            </a:r>
          </a:p>
        </p:txBody>
      </p:sp>
      <p:pic>
        <p:nvPicPr>
          <p:cNvPr id="161"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162" name="Shape 162"/>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163" name="Shape 163"/>
          <p:cNvSpPr/>
          <p:nvPr/>
        </p:nvSpPr>
        <p:spPr>
          <a:xfrm>
            <a:off x="913709" y="3325024"/>
            <a:ext cx="5076650" cy="1894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 Ludwig van Beethoven</a:t>
            </a:r>
          </a:p>
          <a:p>
            <a:pPr>
              <a:defRPr sz="2400"/>
            </a:pPr>
            <a:r>
              <a:t>German Composer; Pianist. </a:t>
            </a:r>
          </a:p>
          <a:p>
            <a:pPr>
              <a:defRPr sz="2400"/>
            </a:pPr>
            <a:r>
              <a:t>1770-1827</a:t>
            </a:r>
          </a:p>
        </p:txBody>
      </p:sp>
      <p:pic>
        <p:nvPicPr>
          <p:cNvPr id="164" name="image10.jpg" descr="http://upload.wikimedia.org/wikipedia/commons/6/6f/Beethoven.jpg"/>
          <p:cNvPicPr>
            <a:picLocks noChangeAspect="1"/>
          </p:cNvPicPr>
          <p:nvPr/>
        </p:nvPicPr>
        <p:blipFill>
          <a:blip r:embed="rId3">
            <a:extLst/>
          </a:blip>
          <a:stretch>
            <a:fillRect/>
          </a:stretch>
        </p:blipFill>
        <p:spPr>
          <a:xfrm>
            <a:off x="6116780" y="2209800"/>
            <a:ext cx="2585259" cy="3615445"/>
          </a:xfrm>
          <a:prstGeom prst="rect">
            <a:avLst/>
          </a:prstGeom>
          <a:ln w="12700">
            <a:miter lim="400000"/>
          </a:ln>
        </p:spPr>
      </p:pic>
    </p:spTree>
  </p:cSld>
  <p:clrMapOvr>
    <a:masterClrMapping/>
  </p:clrMapOvr>
  <p:transition xmlns:p14="http://schemas.microsoft.com/office/powerpoint/2010/main" spd="med" advClick="1" p14:dur="1000"/>
</p:sld>
</file>

<file path=ppt/slides/slide1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66" name="Shape 166"/>
          <p:cNvSpPr/>
          <p:nvPr>
            <p:ph type="ctrTitle"/>
          </p:nvPr>
        </p:nvSpPr>
        <p:spPr>
          <a:xfrm>
            <a:off x="486481" y="164893"/>
            <a:ext cx="8301037" cy="1787065"/>
          </a:xfrm>
          <a:prstGeom prst="rect">
            <a:avLst/>
          </a:prstGeom>
          <a:ln w="9525">
            <a:solidFill>
              <a:srgbClr val="000000"/>
            </a:solidFill>
            <a:prstDash val="lgDash"/>
            <a:round/>
          </a:ln>
        </p:spPr>
        <p:txBody>
          <a:bodyPr/>
          <a:lstStyle>
            <a:lvl1pPr defTabSz="905255">
              <a:defRPr i="1" sz="3959">
                <a:effectLst>
                  <a:outerShdw sx="100000" sy="100000" kx="0" ky="0" algn="b" rotWithShape="0" blurRad="37719" dist="37719" dir="2700000">
                    <a:srgbClr val="000000">
                      <a:alpha val="43137"/>
                    </a:srgbClr>
                  </a:outerShdw>
                </a:effectLst>
              </a:defRPr>
            </a:lvl1pPr>
          </a:lstStyle>
          <a:p>
            <a:pPr/>
            <a:r>
              <a:t>“Stating your own feelings is being authentic and acts to encourage a like response from others.”</a:t>
            </a:r>
          </a:p>
        </p:txBody>
      </p:sp>
      <p:pic>
        <p:nvPicPr>
          <p:cNvPr id="167"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168" name="Shape 168"/>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169" name="Shape 169"/>
          <p:cNvSpPr/>
          <p:nvPr/>
        </p:nvSpPr>
        <p:spPr>
          <a:xfrm>
            <a:off x="1349115" y="2701377"/>
            <a:ext cx="4811842" cy="283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 Peter Block</a:t>
            </a:r>
          </a:p>
          <a:p>
            <a:pPr>
              <a:defRPr sz="2400"/>
            </a:pPr>
            <a:r>
              <a:t> American Author; Consultant; Speaker in the Areas of Organization Development; Community Building; and Civic Engagement.</a:t>
            </a:r>
          </a:p>
          <a:p>
            <a:pPr>
              <a:defRPr sz="2400"/>
            </a:pPr>
            <a:r>
              <a:t>1940-current</a:t>
            </a:r>
          </a:p>
        </p:txBody>
      </p:sp>
      <p:pic>
        <p:nvPicPr>
          <p:cNvPr id="170" name="image11.gif" descr="http://www.asse.org/assets/1/7/Peter-Block-Photo.gif"/>
          <p:cNvPicPr>
            <a:picLocks noChangeAspect="1"/>
          </p:cNvPicPr>
          <p:nvPr/>
        </p:nvPicPr>
        <p:blipFill>
          <a:blip r:embed="rId3">
            <a:extLst/>
          </a:blip>
          <a:stretch>
            <a:fillRect/>
          </a:stretch>
        </p:blipFill>
        <p:spPr>
          <a:xfrm>
            <a:off x="6160956" y="2070501"/>
            <a:ext cx="2626562" cy="3754744"/>
          </a:xfrm>
          <a:prstGeom prst="rect">
            <a:avLst/>
          </a:prstGeom>
          <a:ln w="12700">
            <a:miter lim="400000"/>
          </a:ln>
        </p:spPr>
      </p:pic>
    </p:spTree>
  </p:cSld>
  <p:clrMapOvr>
    <a:masterClrMapping/>
  </p:clrMapOvr>
  <p:transition xmlns:p14="http://schemas.microsoft.com/office/powerpoint/2010/main" spd="med" advClick="1" p14:dur="1000"/>
</p:sld>
</file>

<file path=ppt/slides/slide1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72" name="Shape 172"/>
          <p:cNvSpPr/>
          <p:nvPr>
            <p:ph type="ctrTitle"/>
          </p:nvPr>
        </p:nvSpPr>
        <p:spPr>
          <a:xfrm>
            <a:off x="469872" y="362713"/>
            <a:ext cx="8301036" cy="1940320"/>
          </a:xfrm>
          <a:prstGeom prst="rect">
            <a:avLst/>
          </a:prstGeom>
          <a:ln w="9525">
            <a:solidFill>
              <a:srgbClr val="000000"/>
            </a:solidFill>
            <a:prstDash val="lgDash"/>
            <a:round/>
          </a:ln>
        </p:spPr>
        <p:txBody>
          <a:bodyPr/>
          <a:lstStyle>
            <a:lvl1pPr>
              <a:defRPr i="1" sz="4000">
                <a:effectLst>
                  <a:outerShdw sx="100000" sy="100000" kx="0" ky="0" algn="b" rotWithShape="0" blurRad="38100" dist="38100" dir="2700000">
                    <a:srgbClr val="000000">
                      <a:alpha val="43137"/>
                    </a:srgbClr>
                  </a:outerShdw>
                </a:effectLst>
              </a:defRPr>
            </a:lvl1pPr>
          </a:lstStyle>
          <a:p>
            <a:pPr/>
            <a:r>
              <a:t>“Remember that the happiest people are not those getting more but those giving more.”</a:t>
            </a:r>
          </a:p>
        </p:txBody>
      </p:sp>
      <p:pic>
        <p:nvPicPr>
          <p:cNvPr id="173"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174" name="Shape 174"/>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175" name="Shape 175"/>
          <p:cNvSpPr/>
          <p:nvPr/>
        </p:nvSpPr>
        <p:spPr>
          <a:xfrm>
            <a:off x="1455220" y="3373554"/>
            <a:ext cx="4731599" cy="2263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 H. Jackson Brown, Jr.</a:t>
            </a:r>
          </a:p>
          <a:p>
            <a:pPr>
              <a:defRPr sz="2400"/>
            </a:pPr>
            <a:r>
              <a:t>American Author; Pop Philosopher.</a:t>
            </a:r>
          </a:p>
          <a:p>
            <a:pPr>
              <a:defRPr sz="2400"/>
            </a:pPr>
            <a:r>
              <a:t>1940-current</a:t>
            </a:r>
          </a:p>
        </p:txBody>
      </p:sp>
      <p:pic>
        <p:nvPicPr>
          <p:cNvPr id="176" name="image12.jpg" descr="http://d.gr-assets.com/authors/1288560924p5/33394.jpg"/>
          <p:cNvPicPr>
            <a:picLocks noChangeAspect="1"/>
          </p:cNvPicPr>
          <p:nvPr/>
        </p:nvPicPr>
        <p:blipFill>
          <a:blip r:embed="rId3">
            <a:extLst/>
          </a:blip>
          <a:stretch>
            <a:fillRect/>
          </a:stretch>
        </p:blipFill>
        <p:spPr>
          <a:xfrm>
            <a:off x="6248400" y="2421576"/>
            <a:ext cx="2522510" cy="3403670"/>
          </a:xfrm>
          <a:prstGeom prst="rect">
            <a:avLst/>
          </a:prstGeom>
          <a:ln w="12700">
            <a:miter lim="400000"/>
          </a:ln>
        </p:spPr>
      </p:pic>
    </p:spTree>
  </p:cSld>
  <p:clrMapOvr>
    <a:masterClrMapping/>
  </p:clrMapOvr>
  <p:transition xmlns:p14="http://schemas.microsoft.com/office/powerpoint/2010/main" spd="med" advClick="1" p14:dur="1000"/>
</p:sld>
</file>

<file path=ppt/slides/slide1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78" name="Shape 178"/>
          <p:cNvSpPr/>
          <p:nvPr>
            <p:ph type="ctrTitle"/>
          </p:nvPr>
        </p:nvSpPr>
        <p:spPr>
          <a:xfrm>
            <a:off x="198120" y="140018"/>
            <a:ext cx="8747760" cy="2965040"/>
          </a:xfrm>
          <a:prstGeom prst="rect">
            <a:avLst/>
          </a:prstGeom>
          <a:ln w="9525">
            <a:solidFill>
              <a:srgbClr val="000000"/>
            </a:solidFill>
            <a:prstDash val="lgDash"/>
            <a:round/>
          </a:ln>
        </p:spPr>
        <p:txBody>
          <a:bodyPr/>
          <a:lstStyle>
            <a:lvl1pPr defTabSz="822959">
              <a:defRPr i="1" sz="3600">
                <a:effectLst>
                  <a:outerShdw sx="100000" sy="100000" kx="0" ky="0" algn="b" rotWithShape="0" blurRad="34289" dist="34289" dir="2700000">
                    <a:srgbClr val="000000">
                      <a:alpha val="43137"/>
                    </a:srgbClr>
                  </a:outerShdw>
                </a:effectLst>
              </a:defRPr>
            </a:lvl1pPr>
          </a:lstStyle>
          <a:p>
            <a:pPr/>
            <a:r>
              <a:t>“First help your prospect to identify their joy. Only then have you earned the right in their mind to help them identify their pain, which you can then help them fix with your product, service, or opportunity.”</a:t>
            </a:r>
          </a:p>
        </p:txBody>
      </p:sp>
      <p:pic>
        <p:nvPicPr>
          <p:cNvPr id="179" name="image1.png" descr="logo"/>
          <p:cNvPicPr>
            <a:picLocks noChangeAspect="1"/>
          </p:cNvPicPr>
          <p:nvPr/>
        </p:nvPicPr>
        <p:blipFill>
          <a:blip r:embed="rId2">
            <a:extLst/>
          </a:blip>
          <a:stretch>
            <a:fillRect/>
          </a:stretch>
        </p:blipFill>
        <p:spPr>
          <a:xfrm>
            <a:off x="0" y="5948524"/>
            <a:ext cx="2910442" cy="817603"/>
          </a:xfrm>
          <a:prstGeom prst="rect">
            <a:avLst/>
          </a:prstGeom>
          <a:ln w="12700">
            <a:miter lim="400000"/>
          </a:ln>
        </p:spPr>
      </p:pic>
      <p:sp>
        <p:nvSpPr>
          <p:cNvPr id="180" name="Shape 180"/>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181" name="Shape 181"/>
          <p:cNvSpPr/>
          <p:nvPr/>
        </p:nvSpPr>
        <p:spPr>
          <a:xfrm>
            <a:off x="2043111" y="3670120"/>
            <a:ext cx="5057776" cy="172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—Bob Burg</a:t>
            </a:r>
          </a:p>
          <a:p>
            <a:pPr>
              <a:defRPr sz="2400"/>
            </a:pPr>
            <a:r>
              <a:t>American Author, Speaker, Entrepreneur</a:t>
            </a:r>
          </a:p>
          <a:p>
            <a:pPr>
              <a:defRPr sz="2400"/>
            </a:pPr>
            <a:r>
              <a:t>1958-Current</a:t>
            </a:r>
          </a:p>
        </p:txBody>
      </p:sp>
      <p:pic>
        <p:nvPicPr>
          <p:cNvPr id="182" name="image13.png" descr="http://f22designs.com/tkg/wp-content/uploads/2014/06/12157009-bob-burg.png"/>
          <p:cNvPicPr>
            <a:picLocks noChangeAspect="1"/>
          </p:cNvPicPr>
          <p:nvPr/>
        </p:nvPicPr>
        <p:blipFill>
          <a:blip r:embed="rId3">
            <a:extLst/>
          </a:blip>
          <a:stretch>
            <a:fillRect/>
          </a:stretch>
        </p:blipFill>
        <p:spPr>
          <a:xfrm>
            <a:off x="6543675" y="3269320"/>
            <a:ext cx="2241550" cy="2555926"/>
          </a:xfrm>
          <a:prstGeom prst="rect">
            <a:avLst/>
          </a:prstGeom>
          <a:ln w="12700">
            <a:miter lim="400000"/>
          </a:ln>
        </p:spPr>
      </p:pic>
    </p:spTree>
  </p:cSld>
  <p:clrMapOvr>
    <a:masterClrMapping/>
  </p:clrMapOvr>
  <p:transition xmlns:p14="http://schemas.microsoft.com/office/powerpoint/2010/main" spd="med" advClick="1" p14:dur="1000"/>
</p:sld>
</file>

<file path=ppt/slides/slide1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84" name="Shape 184"/>
          <p:cNvSpPr/>
          <p:nvPr>
            <p:ph type="ctrTitle"/>
          </p:nvPr>
        </p:nvSpPr>
        <p:spPr>
          <a:xfrm>
            <a:off x="460530" y="233590"/>
            <a:ext cx="8255535" cy="1864861"/>
          </a:xfrm>
          <a:prstGeom prst="rect">
            <a:avLst/>
          </a:prstGeom>
          <a:ln w="9525">
            <a:solidFill>
              <a:srgbClr val="000000"/>
            </a:solidFill>
            <a:prstDash val="lgDash"/>
            <a:round/>
          </a:ln>
        </p:spPr>
        <p:txBody>
          <a:bodyPr/>
          <a:lstStyle>
            <a:lvl1pPr>
              <a:defRPr i="1" sz="4000">
                <a:effectLst>
                  <a:outerShdw sx="100000" sy="100000" kx="0" ky="0" algn="b" rotWithShape="0" blurRad="38100" dist="38100" dir="2700000">
                    <a:srgbClr val="000000">
                      <a:alpha val="43137"/>
                    </a:srgbClr>
                  </a:outerShdw>
                </a:effectLst>
              </a:defRPr>
            </a:lvl1pPr>
          </a:lstStyle>
          <a:p>
            <a:pPr/>
            <a:r>
              <a:t>“Decide what you want. Believe you can have it. Believe you deserve it and believe it’s possible for you.”</a:t>
            </a:r>
          </a:p>
        </p:txBody>
      </p:sp>
      <p:pic>
        <p:nvPicPr>
          <p:cNvPr id="185"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186" name="Shape 186"/>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187" name="Shape 187"/>
          <p:cNvSpPr/>
          <p:nvPr/>
        </p:nvSpPr>
        <p:spPr>
          <a:xfrm>
            <a:off x="1021080" y="3187512"/>
            <a:ext cx="5257801" cy="2098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 Jack Canfield</a:t>
            </a:r>
          </a:p>
          <a:p>
            <a:pPr>
              <a:defRPr sz="2400"/>
            </a:pPr>
            <a:r>
              <a:t>American Author of </a:t>
            </a:r>
            <a:r>
              <a:rPr i="1"/>
              <a:t>Chicken Soup for the Soul </a:t>
            </a:r>
            <a:r>
              <a:t>Series; Motivational Speaker. </a:t>
            </a:r>
          </a:p>
          <a:p>
            <a:pPr>
              <a:defRPr sz="2400"/>
            </a:pPr>
            <a:r>
              <a:t>1944-current</a:t>
            </a:r>
          </a:p>
        </p:txBody>
      </p:sp>
      <p:pic>
        <p:nvPicPr>
          <p:cNvPr id="188" name="image14.jpg" descr="http://www.thesecret.com.au/wp-content/uploads/2010/04/Jack_Canfield.jpg"/>
          <p:cNvPicPr>
            <a:picLocks noChangeAspect="1"/>
          </p:cNvPicPr>
          <p:nvPr/>
        </p:nvPicPr>
        <p:blipFill>
          <a:blip r:embed="rId3">
            <a:extLst/>
          </a:blip>
          <a:stretch>
            <a:fillRect/>
          </a:stretch>
        </p:blipFill>
        <p:spPr>
          <a:xfrm>
            <a:off x="6141720" y="2216992"/>
            <a:ext cx="2574345" cy="3608253"/>
          </a:xfrm>
          <a:prstGeom prst="rect">
            <a:avLst/>
          </a:prstGeom>
          <a:ln w="12700">
            <a:miter lim="400000"/>
          </a:ln>
        </p:spPr>
      </p:pic>
    </p:spTree>
  </p:cSld>
  <p:clrMapOvr>
    <a:masterClrMapping/>
  </p:clrMapOvr>
  <p:transition xmlns:p14="http://schemas.microsoft.com/office/powerpoint/2010/main" spd="med" advClick="1" p14:dur="1000"/>
</p:sld>
</file>

<file path=ppt/slides/slide1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90" name="Shape 190"/>
          <p:cNvSpPr/>
          <p:nvPr>
            <p:ph type="ctrTitle"/>
          </p:nvPr>
        </p:nvSpPr>
        <p:spPr>
          <a:xfrm>
            <a:off x="471489" y="173719"/>
            <a:ext cx="8301036" cy="2884876"/>
          </a:xfrm>
          <a:prstGeom prst="rect">
            <a:avLst/>
          </a:prstGeom>
          <a:ln w="9525">
            <a:solidFill>
              <a:srgbClr val="000000"/>
            </a:solidFill>
            <a:prstDash val="lgDash"/>
            <a:round/>
          </a:ln>
        </p:spPr>
        <p:txBody>
          <a:bodyPr/>
          <a:lstStyle>
            <a:lvl1pPr defTabSz="868680">
              <a:defRPr i="1" sz="3800">
                <a:effectLst>
                  <a:outerShdw sx="100000" sy="100000" kx="0" ky="0" algn="b" rotWithShape="0" blurRad="36195" dist="36195" dir="2700000">
                    <a:srgbClr val="000000">
                      <a:alpha val="43137"/>
                    </a:srgbClr>
                  </a:outerShdw>
                </a:effectLst>
              </a:defRPr>
            </a:lvl1pPr>
          </a:lstStyle>
          <a:p>
            <a:pPr/>
            <a:r>
              <a:t>“When dealing with people remember you are not dealing with creatures of logic, but with creatures of emotion, creatures bristling with prejudice, and motivated by pride and vanity.”</a:t>
            </a:r>
          </a:p>
        </p:txBody>
      </p:sp>
      <p:pic>
        <p:nvPicPr>
          <p:cNvPr id="191"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192" name="Shape 192"/>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193" name="Shape 193"/>
          <p:cNvSpPr/>
          <p:nvPr/>
        </p:nvSpPr>
        <p:spPr>
          <a:xfrm>
            <a:off x="2910441" y="3624028"/>
            <a:ext cx="3925487" cy="172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 Dale Carnegie</a:t>
            </a:r>
          </a:p>
          <a:p>
            <a:pPr>
              <a:defRPr sz="2400"/>
            </a:pPr>
            <a:r>
              <a:t>American Writer, Lecturer, Self-Improvement Expert</a:t>
            </a:r>
          </a:p>
          <a:p>
            <a:pPr>
              <a:defRPr sz="2400"/>
            </a:pPr>
            <a:r>
              <a:t>1888-1955</a:t>
            </a:r>
          </a:p>
        </p:txBody>
      </p:sp>
      <p:pic>
        <p:nvPicPr>
          <p:cNvPr id="194" name="image15.jpg" descr="http://www.spi-global.com/blog/think-tank/files/2014/09/Dale-Carnegie.jpg"/>
          <p:cNvPicPr>
            <a:picLocks noChangeAspect="1"/>
          </p:cNvPicPr>
          <p:nvPr/>
        </p:nvPicPr>
        <p:blipFill>
          <a:blip r:embed="rId3">
            <a:extLst/>
          </a:blip>
          <a:stretch>
            <a:fillRect/>
          </a:stretch>
        </p:blipFill>
        <p:spPr>
          <a:xfrm>
            <a:off x="6781800" y="3177137"/>
            <a:ext cx="1990726" cy="2648109"/>
          </a:xfrm>
          <a:prstGeom prst="rect">
            <a:avLst/>
          </a:prstGeom>
          <a:ln w="12700">
            <a:miter lim="400000"/>
          </a:ln>
        </p:spPr>
      </p:pic>
    </p:spTree>
  </p:cSld>
  <p:clrMapOvr>
    <a:masterClrMapping/>
  </p:clrMapOvr>
  <p:transition xmlns:p14="http://schemas.microsoft.com/office/powerpoint/2010/main" spd="med" advClick="1" p14:dur="1000"/>
</p:sld>
</file>

<file path=ppt/slides/slide1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96" name="Shape 196"/>
          <p:cNvSpPr/>
          <p:nvPr>
            <p:ph type="ctrTitle"/>
          </p:nvPr>
        </p:nvSpPr>
        <p:spPr>
          <a:xfrm>
            <a:off x="457200" y="106680"/>
            <a:ext cx="8214360" cy="3105494"/>
          </a:xfrm>
          <a:prstGeom prst="rect">
            <a:avLst/>
          </a:prstGeom>
          <a:ln w="9525">
            <a:solidFill>
              <a:srgbClr val="000000"/>
            </a:solidFill>
            <a:prstDash val="lgDash"/>
            <a:round/>
          </a:ln>
        </p:spPr>
        <p:txBody>
          <a:bodyPr/>
          <a:lstStyle>
            <a:lvl1pPr defTabSz="841247">
              <a:defRPr i="1" sz="3312">
                <a:effectLst>
                  <a:outerShdw sx="100000" sy="100000" kx="0" ky="0" algn="b" rotWithShape="0" blurRad="35052" dist="35052" dir="2700000">
                    <a:srgbClr val="000000">
                      <a:alpha val="43137"/>
                    </a:srgbClr>
                  </a:outerShdw>
                </a:effectLst>
              </a:defRPr>
            </a:lvl1pPr>
          </a:lstStyle>
          <a:p>
            <a:pPr/>
            <a:r>
              <a:t>“How far you go in life depends on you being tender with the young, compassionate with the aged, sympathetic with the striving and tolerant of the weak and the strong. Because someday in life you will have been all of these.”</a:t>
            </a:r>
          </a:p>
        </p:txBody>
      </p:sp>
      <p:pic>
        <p:nvPicPr>
          <p:cNvPr id="197"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198" name="Shape 198"/>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199" name="Shape 199"/>
          <p:cNvSpPr/>
          <p:nvPr/>
        </p:nvSpPr>
        <p:spPr>
          <a:xfrm>
            <a:off x="998100" y="3700819"/>
            <a:ext cx="5755761" cy="2263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—George Washington Carver</a:t>
            </a:r>
          </a:p>
          <a:p>
            <a:pPr>
              <a:defRPr sz="2400"/>
            </a:pPr>
            <a:r>
              <a:t>American Botanist; Inventor; Christian; Author.</a:t>
            </a:r>
          </a:p>
          <a:p>
            <a:pPr>
              <a:defRPr sz="2400"/>
            </a:pPr>
            <a:r>
              <a:t>1860-1943</a:t>
            </a:r>
          </a:p>
        </p:txBody>
      </p:sp>
      <p:pic>
        <p:nvPicPr>
          <p:cNvPr id="200" name="image16.jpg" descr="http://www.notablebiographies.com/images/uewb_03_img0152.jpg"/>
          <p:cNvPicPr>
            <a:picLocks noChangeAspect="1"/>
          </p:cNvPicPr>
          <p:nvPr/>
        </p:nvPicPr>
        <p:blipFill>
          <a:blip r:embed="rId3">
            <a:extLst/>
          </a:blip>
          <a:stretch>
            <a:fillRect/>
          </a:stretch>
        </p:blipFill>
        <p:spPr>
          <a:xfrm>
            <a:off x="6753859" y="3330718"/>
            <a:ext cx="1917701" cy="2494528"/>
          </a:xfrm>
          <a:prstGeom prst="rect">
            <a:avLst/>
          </a:prstGeom>
          <a:ln w="12700">
            <a:miter lim="400000"/>
          </a:ln>
        </p:spPr>
      </p:pic>
    </p:spTree>
  </p:cSld>
  <p:clrMapOvr>
    <a:masterClrMapping/>
  </p:clrMapOvr>
  <p:transition xmlns:p14="http://schemas.microsoft.com/office/powerpoint/2010/main" spd="med" advClick="1" p14:dur="1000"/>
</p:sld>
</file>

<file path=ppt/slides/slide1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02" name="Shape 202"/>
          <p:cNvSpPr/>
          <p:nvPr>
            <p:ph type="ctrTitle"/>
          </p:nvPr>
        </p:nvSpPr>
        <p:spPr>
          <a:xfrm>
            <a:off x="487679" y="269171"/>
            <a:ext cx="8244842" cy="2375088"/>
          </a:xfrm>
          <a:prstGeom prst="rect">
            <a:avLst/>
          </a:prstGeom>
          <a:ln w="9525">
            <a:solidFill>
              <a:srgbClr val="000000"/>
            </a:solidFill>
            <a:prstDash val="lgDash"/>
            <a:round/>
          </a:ln>
        </p:spPr>
        <p:txBody>
          <a:bodyPr/>
          <a:lstStyle>
            <a:lvl1pPr defTabSz="905255">
              <a:defRPr i="1" sz="3959">
                <a:effectLst>
                  <a:outerShdw sx="100000" sy="100000" kx="0" ky="0" algn="b" rotWithShape="0" blurRad="37719" dist="37719" dir="2700000">
                    <a:srgbClr val="000000">
                      <a:alpha val="43137"/>
                    </a:srgbClr>
                  </a:outerShdw>
                </a:effectLst>
              </a:defRPr>
            </a:lvl1pPr>
          </a:lstStyle>
          <a:p>
            <a:pPr/>
            <a:r>
              <a:t>“We think too much and feel too little. More than machinery, we need humanity. More than cleverness, we need kindness and gentleness. ”</a:t>
            </a:r>
          </a:p>
        </p:txBody>
      </p:sp>
      <p:pic>
        <p:nvPicPr>
          <p:cNvPr id="203"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204" name="Shape 204"/>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205" name="Shape 205"/>
          <p:cNvSpPr/>
          <p:nvPr/>
        </p:nvSpPr>
        <p:spPr>
          <a:xfrm>
            <a:off x="1956648" y="3416860"/>
            <a:ext cx="4278372" cy="2098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—Charlie Chaplin</a:t>
            </a:r>
          </a:p>
          <a:p>
            <a:pPr>
              <a:defRPr sz="2400"/>
            </a:pPr>
            <a:r>
              <a:t>English Comic Actor; Filmmaker; Star of Silent Movies.</a:t>
            </a:r>
          </a:p>
          <a:p>
            <a:pPr>
              <a:defRPr sz="2400"/>
            </a:pPr>
            <a:r>
              <a:t>1889-1977</a:t>
            </a:r>
          </a:p>
        </p:txBody>
      </p:sp>
      <p:pic>
        <p:nvPicPr>
          <p:cNvPr id="206" name="image17.jpg" descr="http://www.doctormacro.com/Images/Chaplin,%20Charlie/Chaplin,%20Charlie%20(Circus,%20The)_01.jpg"/>
          <p:cNvPicPr>
            <a:picLocks noChangeAspect="1"/>
          </p:cNvPicPr>
          <p:nvPr/>
        </p:nvPicPr>
        <p:blipFill>
          <a:blip r:embed="rId3">
            <a:extLst/>
          </a:blip>
          <a:stretch>
            <a:fillRect/>
          </a:stretch>
        </p:blipFill>
        <p:spPr>
          <a:xfrm>
            <a:off x="6235019" y="2804779"/>
            <a:ext cx="2497502" cy="2978487"/>
          </a:xfrm>
          <a:prstGeom prst="rect">
            <a:avLst/>
          </a:prstGeom>
          <a:ln w="12700">
            <a:miter lim="400000"/>
          </a:ln>
        </p:spPr>
      </p:pic>
    </p:spTree>
  </p:cSld>
  <p:clrMapOvr>
    <a:masterClrMapping/>
  </p:clrMapOvr>
  <p:transition xmlns:p14="http://schemas.microsoft.com/office/powerpoint/2010/main" spd="med" advClick="1" p14:dur="1000"/>
</p:sld>
</file>

<file path=ppt/slides/slide1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08" name="Shape 208"/>
          <p:cNvSpPr/>
          <p:nvPr>
            <p:ph type="ctrTitle"/>
          </p:nvPr>
        </p:nvSpPr>
        <p:spPr>
          <a:xfrm>
            <a:off x="457200" y="192595"/>
            <a:ext cx="8260079" cy="1328215"/>
          </a:xfrm>
          <a:prstGeom prst="rect">
            <a:avLst/>
          </a:prstGeom>
          <a:ln w="9525">
            <a:solidFill>
              <a:srgbClr val="000000"/>
            </a:solidFill>
            <a:prstDash val="lgDash"/>
            <a:round/>
          </a:ln>
        </p:spPr>
        <p:txBody>
          <a:bodyPr/>
          <a:lstStyle>
            <a:lvl1pPr>
              <a:defRPr i="1" sz="4000">
                <a:effectLst>
                  <a:outerShdw sx="100000" sy="100000" kx="0" ky="0" algn="b" rotWithShape="0" blurRad="38100" dist="38100" dir="2700000">
                    <a:srgbClr val="000000">
                      <a:alpha val="43137"/>
                    </a:srgbClr>
                  </a:outerShdw>
                </a:effectLst>
              </a:defRPr>
            </a:lvl1pPr>
          </a:lstStyle>
          <a:p>
            <a:pPr/>
            <a:r>
              <a:t>“We make a living by what we get, we make a life by what we give.”</a:t>
            </a:r>
          </a:p>
        </p:txBody>
      </p:sp>
      <p:pic>
        <p:nvPicPr>
          <p:cNvPr id="209"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210" name="Shape 210"/>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211" name="Shape 211"/>
          <p:cNvSpPr/>
          <p:nvPr/>
        </p:nvSpPr>
        <p:spPr>
          <a:xfrm>
            <a:off x="1455220" y="2877995"/>
            <a:ext cx="4425639" cy="172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 Winston Churchill</a:t>
            </a:r>
          </a:p>
          <a:p>
            <a:pPr>
              <a:defRPr sz="2400"/>
            </a:pPr>
            <a:r>
              <a:t>British Politician; Statesman; Prime Minister. </a:t>
            </a:r>
          </a:p>
          <a:p>
            <a:pPr>
              <a:defRPr sz="2400"/>
            </a:pPr>
            <a:r>
              <a:t>1874-1965</a:t>
            </a:r>
          </a:p>
        </p:txBody>
      </p:sp>
      <p:pic>
        <p:nvPicPr>
          <p:cNvPr id="212" name="image18.jpg" descr="http://si.wsj.net/public/resources/images/OD-AQ892_CHURST_DV_20120427021254.jpg"/>
          <p:cNvPicPr>
            <a:picLocks noChangeAspect="1"/>
          </p:cNvPicPr>
          <p:nvPr/>
        </p:nvPicPr>
        <p:blipFill>
          <a:blip r:embed="rId3">
            <a:extLst/>
          </a:blip>
          <a:stretch>
            <a:fillRect/>
          </a:stretch>
        </p:blipFill>
        <p:spPr>
          <a:xfrm>
            <a:off x="5775959" y="1639352"/>
            <a:ext cx="2941320" cy="4231614"/>
          </a:xfrm>
          <a:prstGeom prst="rect">
            <a:avLst/>
          </a:prstGeom>
          <a:ln w="12700">
            <a:miter lim="400000"/>
          </a:ln>
        </p:spPr>
      </p:pic>
    </p:spTree>
  </p:cSld>
  <p:clrMapOvr>
    <a:masterClrMapping/>
  </p:clrMapOvr>
  <p:transition xmlns:p14="http://schemas.microsoft.com/office/powerpoint/2010/main" spd="med" advClick="1" p14:dur="1000"/>
</p:sld>
</file>

<file path=ppt/slides/slide1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14" name="Shape 214"/>
          <p:cNvSpPr/>
          <p:nvPr>
            <p:ph type="ctrTitle"/>
          </p:nvPr>
        </p:nvSpPr>
        <p:spPr>
          <a:xfrm>
            <a:off x="457200" y="209833"/>
            <a:ext cx="8300337" cy="2656497"/>
          </a:xfrm>
          <a:prstGeom prst="rect">
            <a:avLst/>
          </a:prstGeom>
          <a:ln w="9525">
            <a:solidFill>
              <a:srgbClr val="000000"/>
            </a:solidFill>
            <a:prstDash val="lgDash"/>
            <a:round/>
          </a:ln>
        </p:spPr>
        <p:txBody>
          <a:bodyPr/>
          <a:lstStyle>
            <a:lvl1pPr defTabSz="859536">
              <a:defRPr i="1" sz="3384">
                <a:effectLst>
                  <a:outerShdw sx="100000" sy="100000" kx="0" ky="0" algn="b" rotWithShape="0" blurRad="35814" dist="35814" dir="2700000">
                    <a:srgbClr val="000000">
                      <a:alpha val="43137"/>
                    </a:srgbClr>
                  </a:outerShdw>
                </a:effectLst>
              </a:defRPr>
            </a:lvl1pPr>
          </a:lstStyle>
          <a:p>
            <a:pPr/>
            <a:r>
              <a:t>“Why do they say ‘We’re over the hill?’ I don’t even know what that means and why it’s a bad thing. When I go hiking and I get over the hill that means I’m past the hard part and there’s a snack in my future.”</a:t>
            </a:r>
          </a:p>
        </p:txBody>
      </p:sp>
      <p:pic>
        <p:nvPicPr>
          <p:cNvPr id="215" name="image1.png" descr="logo"/>
          <p:cNvPicPr>
            <a:picLocks noChangeAspect="1"/>
          </p:cNvPicPr>
          <p:nvPr/>
        </p:nvPicPr>
        <p:blipFill>
          <a:blip r:embed="rId2">
            <a:extLst/>
          </a:blip>
          <a:stretch>
            <a:fillRect/>
          </a:stretch>
        </p:blipFill>
        <p:spPr>
          <a:xfrm>
            <a:off x="0" y="5943787"/>
            <a:ext cx="2910442" cy="817604"/>
          </a:xfrm>
          <a:prstGeom prst="rect">
            <a:avLst/>
          </a:prstGeom>
          <a:ln w="12700">
            <a:miter lim="400000"/>
          </a:ln>
        </p:spPr>
      </p:pic>
      <p:sp>
        <p:nvSpPr>
          <p:cNvPr id="216" name="Shape 216"/>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pic>
        <p:nvPicPr>
          <p:cNvPr id="217" name="image19.jpg" descr="http://wpc.556e.edgecastcdn.net/80556E/img.news/NEEKBdsj2xZgHM_1_1.jpg"/>
          <p:cNvPicPr>
            <a:picLocks noChangeAspect="1"/>
          </p:cNvPicPr>
          <p:nvPr/>
        </p:nvPicPr>
        <p:blipFill>
          <a:blip r:embed="rId3">
            <a:extLst/>
          </a:blip>
          <a:stretch>
            <a:fillRect/>
          </a:stretch>
        </p:blipFill>
        <p:spPr>
          <a:xfrm>
            <a:off x="5801193" y="2984873"/>
            <a:ext cx="2956345" cy="2840373"/>
          </a:xfrm>
          <a:prstGeom prst="rect">
            <a:avLst/>
          </a:prstGeom>
          <a:ln w="12700">
            <a:miter lim="400000"/>
          </a:ln>
        </p:spPr>
      </p:pic>
      <p:sp>
        <p:nvSpPr>
          <p:cNvPr id="218" name="Shape 218"/>
          <p:cNvSpPr/>
          <p:nvPr/>
        </p:nvSpPr>
        <p:spPr>
          <a:xfrm>
            <a:off x="1856032" y="3468623"/>
            <a:ext cx="4422098" cy="2098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 Ellen Degeneres</a:t>
            </a:r>
          </a:p>
          <a:p>
            <a:pPr>
              <a:defRPr sz="2400"/>
            </a:pPr>
            <a:r>
              <a:t>American Comedian; Television Host; Actress; Writer; Producer.</a:t>
            </a:r>
          </a:p>
          <a:p>
            <a:pPr>
              <a:defRPr sz="2400"/>
            </a:pPr>
            <a:r>
              <a:t>1958-current</a:t>
            </a:r>
          </a:p>
        </p:txBody>
      </p:sp>
    </p:spTree>
  </p:cSld>
  <p:clrMapOvr>
    <a:masterClrMapping/>
  </p:clrMapOvr>
  <p:transition xmlns:p14="http://schemas.microsoft.com/office/powerpoint/2010/main" spd="med" advClick="1" p14:dur="1000"/>
</p:sld>
</file>

<file path=ppt/slides/slide1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20" name="Shape 220"/>
          <p:cNvSpPr/>
          <p:nvPr>
            <p:ph type="ctrTitle"/>
          </p:nvPr>
        </p:nvSpPr>
        <p:spPr>
          <a:xfrm>
            <a:off x="460530" y="138222"/>
            <a:ext cx="8255535" cy="2374338"/>
          </a:xfrm>
          <a:prstGeom prst="rect">
            <a:avLst/>
          </a:prstGeom>
          <a:ln w="9525">
            <a:solidFill>
              <a:srgbClr val="000000"/>
            </a:solidFill>
            <a:prstDash val="lgDash"/>
            <a:round/>
          </a:ln>
        </p:spPr>
        <p:txBody>
          <a:bodyPr/>
          <a:lstStyle>
            <a:lvl1pPr>
              <a:defRPr i="1" sz="4000">
                <a:effectLst>
                  <a:outerShdw sx="100000" sy="100000" kx="0" ky="0" algn="b" rotWithShape="0" blurRad="38100" dist="38100" dir="2700000">
                    <a:srgbClr val="000000">
                      <a:alpha val="43137"/>
                    </a:srgbClr>
                  </a:outerShdw>
                </a:effectLst>
              </a:defRPr>
            </a:lvl1pPr>
          </a:lstStyle>
          <a:p>
            <a:pPr/>
            <a:r>
              <a:t>“I consider that a man’s brain originally is like a little empty attic, and you have to stock it with such furniture as you choose.”</a:t>
            </a:r>
          </a:p>
        </p:txBody>
      </p:sp>
      <p:pic>
        <p:nvPicPr>
          <p:cNvPr id="221" name="image1.png" descr="logo"/>
          <p:cNvPicPr>
            <a:picLocks noChangeAspect="1"/>
          </p:cNvPicPr>
          <p:nvPr/>
        </p:nvPicPr>
        <p:blipFill>
          <a:blip r:embed="rId2">
            <a:extLst/>
          </a:blip>
          <a:stretch>
            <a:fillRect/>
          </a:stretch>
        </p:blipFill>
        <p:spPr>
          <a:xfrm>
            <a:off x="0" y="5904319"/>
            <a:ext cx="2910442" cy="817603"/>
          </a:xfrm>
          <a:prstGeom prst="rect">
            <a:avLst/>
          </a:prstGeom>
          <a:ln w="12700">
            <a:miter lim="400000"/>
          </a:ln>
        </p:spPr>
      </p:pic>
      <p:sp>
        <p:nvSpPr>
          <p:cNvPr id="222" name="Shape 222"/>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223" name="Shape 223"/>
          <p:cNvSpPr/>
          <p:nvPr/>
        </p:nvSpPr>
        <p:spPr>
          <a:xfrm>
            <a:off x="1490873" y="3390629"/>
            <a:ext cx="4499486" cy="263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 Arthur Conan Doyle</a:t>
            </a:r>
          </a:p>
          <a:p>
            <a:pPr>
              <a:defRPr sz="2400"/>
            </a:pPr>
            <a:r>
              <a:t>Scottish Writer; Physician; Author; Creator of Sherlock Holmes. </a:t>
            </a:r>
          </a:p>
          <a:p>
            <a:pPr>
              <a:defRPr sz="2400"/>
            </a:pPr>
            <a:r>
              <a:t>1859-1930</a:t>
            </a:r>
          </a:p>
        </p:txBody>
      </p:sp>
      <p:pic>
        <p:nvPicPr>
          <p:cNvPr id="224" name="image20.jpg" descr="http://www.babelio.com/users/AVT_Arthur-Conan-Doyle_3867.jpeg"/>
          <p:cNvPicPr>
            <a:picLocks noChangeAspect="1"/>
          </p:cNvPicPr>
          <p:nvPr/>
        </p:nvPicPr>
        <p:blipFill>
          <a:blip r:embed="rId3">
            <a:extLst/>
          </a:blip>
          <a:stretch>
            <a:fillRect/>
          </a:stretch>
        </p:blipFill>
        <p:spPr>
          <a:xfrm>
            <a:off x="6196083" y="2710340"/>
            <a:ext cx="2519982" cy="3114906"/>
          </a:xfrm>
          <a:prstGeom prst="rect">
            <a:avLst/>
          </a:prstGeom>
          <a:ln w="12700">
            <a:miter lim="400000"/>
          </a:ln>
        </p:spPr>
      </p:pic>
    </p:spTree>
  </p:cSld>
  <p:clrMapOvr>
    <a:masterClrMapping/>
  </p:clrMapOvr>
  <p:transition xmlns:p14="http://schemas.microsoft.com/office/powerpoint/2010/main" spd="med" advClick="1" p14:dur="1000"/>
</p:sld>
</file>

<file path=ppt/slides/slide2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26" name="Shape 226"/>
          <p:cNvSpPr/>
          <p:nvPr>
            <p:ph type="ctrTitle"/>
          </p:nvPr>
        </p:nvSpPr>
        <p:spPr>
          <a:xfrm>
            <a:off x="472439" y="228600"/>
            <a:ext cx="8244842" cy="1674381"/>
          </a:xfrm>
          <a:prstGeom prst="rect">
            <a:avLst/>
          </a:prstGeom>
          <a:ln w="9525">
            <a:solidFill>
              <a:srgbClr val="000000"/>
            </a:solidFill>
            <a:prstDash val="lgDash"/>
            <a:round/>
          </a:ln>
        </p:spPr>
        <p:txBody>
          <a:bodyPr/>
          <a:lstStyle/>
          <a:p>
            <a:pPr defTabSz="841247">
              <a:defRPr i="1" sz="3680">
                <a:effectLst>
                  <a:outerShdw sx="100000" sy="100000" kx="0" ky="0" algn="b" rotWithShape="0" blurRad="35052" dist="35052" dir="2700000">
                    <a:srgbClr val="000000">
                      <a:alpha val="43137"/>
                    </a:srgbClr>
                  </a:outerShdw>
                </a:effectLst>
              </a:defRPr>
            </a:pPr>
            <a:r>
              <a:t>“Your intellect may be confused, but your emotions will never lie to you.”</a:t>
            </a:r>
            <a:br/>
          </a:p>
        </p:txBody>
      </p:sp>
      <p:pic>
        <p:nvPicPr>
          <p:cNvPr id="227" name="image1.png" descr="logo"/>
          <p:cNvPicPr>
            <a:picLocks noChangeAspect="1"/>
          </p:cNvPicPr>
          <p:nvPr/>
        </p:nvPicPr>
        <p:blipFill>
          <a:blip r:embed="rId2">
            <a:extLst/>
          </a:blip>
          <a:stretch>
            <a:fillRect/>
          </a:stretch>
        </p:blipFill>
        <p:spPr>
          <a:xfrm>
            <a:off x="0" y="5887172"/>
            <a:ext cx="2910442" cy="817603"/>
          </a:xfrm>
          <a:prstGeom prst="rect">
            <a:avLst/>
          </a:prstGeom>
          <a:ln w="12700">
            <a:miter lim="400000"/>
          </a:ln>
        </p:spPr>
      </p:pic>
      <p:sp>
        <p:nvSpPr>
          <p:cNvPr id="228" name="Shape 228"/>
          <p:cNvSpPr/>
          <p:nvPr/>
        </p:nvSpPr>
        <p:spPr>
          <a:xfrm>
            <a:off x="2836717" y="5943787"/>
            <a:ext cx="6307283" cy="523241"/>
          </a:xfrm>
          <a:prstGeom prst="rect">
            <a:avLst/>
          </a:prstGeom>
          <a:solidFill>
            <a:srgbClr val="D0CECE"/>
          </a:solidFill>
          <a:ln w="12700">
            <a:miter lim="400000"/>
          </a:ln>
          <a:extLst>
            <a:ext uri="{C572A759-6A51-4108-AA02-DFA0A04FC94B}">
              <ma14:wrappingTextBoxFlag xmlns:ma14="http://schemas.microsoft.com/office/mac/drawingml/2011/main" val="1"/>
            </a:ext>
          </a:extLst>
        </p:spPr>
        <p:txBody>
          <a:bodyPr lIns="45719" rIns="45719">
            <a:spAutoFit/>
          </a:bodyPr>
          <a:lstStyle/>
          <a:p>
            <a:pPr/>
            <a:r>
              <a:t>APPLIED EMOTIONAL INTELLIGENCE FOR MEASURABLE, MEANINGFUL RESULTS</a:t>
            </a:r>
          </a:p>
        </p:txBody>
      </p:sp>
      <p:sp>
        <p:nvSpPr>
          <p:cNvPr id="229" name="Shape 229"/>
          <p:cNvSpPr/>
          <p:nvPr/>
        </p:nvSpPr>
        <p:spPr>
          <a:xfrm>
            <a:off x="2196638" y="3046222"/>
            <a:ext cx="4035570" cy="172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600"/>
            </a:pPr>
            <a:r>
              <a:t>—Roger Ebert</a:t>
            </a:r>
          </a:p>
          <a:p>
            <a:pPr>
              <a:defRPr sz="2400"/>
            </a:pPr>
            <a:r>
              <a:t>American Film Critic; Journalist; Screen Writer.</a:t>
            </a:r>
          </a:p>
          <a:p>
            <a:pPr>
              <a:defRPr sz="2400"/>
            </a:pPr>
            <a:r>
              <a:t>1942-2013</a:t>
            </a:r>
          </a:p>
        </p:txBody>
      </p:sp>
      <p:pic>
        <p:nvPicPr>
          <p:cNvPr id="230" name="image21.jpg" descr="http://thechristianinvestor.files.wordpress.com/2010/02/blog-art-roger-ebert.jpg"/>
          <p:cNvPicPr>
            <a:picLocks noChangeAspect="1"/>
          </p:cNvPicPr>
          <p:nvPr/>
        </p:nvPicPr>
        <p:blipFill>
          <a:blip r:embed="rId3">
            <a:extLst/>
          </a:blip>
          <a:stretch>
            <a:fillRect/>
          </a:stretch>
        </p:blipFill>
        <p:spPr>
          <a:xfrm>
            <a:off x="5989320" y="2021525"/>
            <a:ext cx="2727961" cy="3803721"/>
          </a:xfrm>
          <a:prstGeom prst="rect">
            <a:avLst/>
          </a:prstGeom>
          <a:ln w="12700">
            <a:miter lim="400000"/>
          </a:ln>
        </p:spPr>
      </p:pic>
    </p:spTree>
  </p:cSld>
  <p:clrMapOvr>
    <a:masterClrMapping/>
  </p:clrMapOvr>
  <p:transition xmlns:p14="http://schemas.microsoft.com/office/powerpoint/2010/main" spd="med" advClick="1" p14:dur="1000"/>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ctr" defTabSz="914400" rtl="0" fontAlgn="auto" latinLnBrk="0" hangingPunct="0">
          <a:lnSpc>
            <a:spcPct val="100000"/>
          </a:lnSpc>
          <a:spcBef>
            <a:spcPts val="0"/>
          </a:spcBef>
          <a:spcAft>
            <a:spcPts val="0"/>
          </a:spcAft>
          <a:buClrTx/>
          <a:buSzTx/>
          <a:buFontTx/>
          <a:buNone/>
          <a:tabLst/>
          <a:defRPr b="1" baseline="0" cap="none" i="0" spc="0" strike="noStrike" sz="1400" u="none" kumimoji="0" normalizeH="0">
            <a:ln>
              <a:noFill/>
            </a:ln>
            <a:solidFill>
              <a:srgbClr val="000000"/>
            </a:solidFill>
            <a:effectLst/>
            <a:uFillTx/>
            <a:latin typeface="Emotional Arial Rounded MT Bold"/>
            <a:ea typeface="Emotional Arial Rounded MT Bold"/>
            <a:cs typeface="Emotional Arial Rounded MT Bold"/>
            <a:sym typeface="Emotional Arial Rounded MT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ctr" defTabSz="914400" rtl="0" fontAlgn="auto" latinLnBrk="0" hangingPunct="0">
          <a:lnSpc>
            <a:spcPct val="100000"/>
          </a:lnSpc>
          <a:spcBef>
            <a:spcPts val="0"/>
          </a:spcBef>
          <a:spcAft>
            <a:spcPts val="0"/>
          </a:spcAft>
          <a:buClrTx/>
          <a:buSzTx/>
          <a:buFontTx/>
          <a:buNone/>
          <a:tabLst/>
          <a:defRPr b="1" baseline="0" cap="none" i="0" spc="0" strike="noStrike" sz="1400" u="none" kumimoji="0" normalizeH="0">
            <a:ln>
              <a:noFill/>
            </a:ln>
            <a:solidFill>
              <a:srgbClr val="000000"/>
            </a:solidFill>
            <a:effectLst/>
            <a:uFillTx/>
            <a:latin typeface="Emotional Arial Rounded MT Bold"/>
            <a:ea typeface="Emotional Arial Rounded MT Bold"/>
            <a:cs typeface="Emotional Arial Rounded MT Bold"/>
            <a:sym typeface="Emotional Arial Rounded MT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